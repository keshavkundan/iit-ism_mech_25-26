
<file path=[Content_Types].xml><?xml version="1.0" encoding="utf-8"?>
<Types xmlns="http://schemas.openxmlformats.org/package/2006/content-types">
  <Default ContentType="application/x-fontdata" Extension="fntdata"/>
  <Default ContentType="application/xml" Extension="xml"/>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Lst>
  <p:sldSz cy="6858000" cx="12192000"/>
  <p:notesSz cx="6858000" cy="9144000"/>
  <p:embeddedFontLst>
    <p:embeddedFont>
      <p:font typeface="Economica"/>
      <p:regular r:id="rId37"/>
      <p:bold r:id="rId38"/>
      <p:italic r:id="rId39"/>
      <p:boldItalic r:id="rId40"/>
    </p:embeddedFont>
    <p:embeddedFont>
      <p:font typeface="Bell MT"/>
      <p:regular r:id="rId41"/>
      <p:bold r:id="rId42"/>
      <p:italic r:id="rId43"/>
      <p:boldItalic r:id="rId44"/>
    </p:embeddedFont>
    <p:embeddedFont>
      <p:font typeface="Open Sans"/>
      <p:regular r:id="rId45"/>
      <p:bold r:id="rId46"/>
      <p:italic r:id="rId47"/>
      <p:boldItalic r:id="rId4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49" roundtripDataSignature="AMtx7mjPPlliuE7lefPQA6XfsJ50CJIHL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8E41C99C-F235-49CF-8E75-481E0BD42D10}">
  <a:tblStyle styleId="{8E41C99C-F235-49CF-8E75-481E0BD42D10}" styleName="Table_0">
    <a:wholeTbl>
      <a:tcTxStyle b="off" i="off">
        <a:font>
          <a:latin typeface="Bembo"/>
          <a:ea typeface="Bembo"/>
          <a:cs typeface="Bembo"/>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F2E7ED"/>
          </a:solidFill>
        </a:fill>
      </a:tcStyle>
    </a:wholeTbl>
    <a:band1H>
      <a:tcTxStyle b="off" i="off"/>
      <a:tcStyle>
        <a:fill>
          <a:solidFill>
            <a:srgbClr val="E4CDD8"/>
          </a:solidFill>
        </a:fill>
      </a:tcStyle>
    </a:band1H>
    <a:band2H>
      <a:tcTxStyle b="off" i="off"/>
    </a:band2H>
    <a:band1V>
      <a:tcTxStyle b="off" i="off"/>
      <a:tcStyle>
        <a:fill>
          <a:solidFill>
            <a:srgbClr val="E4CDD8"/>
          </a:solidFill>
        </a:fill>
      </a:tcStyle>
    </a:band1V>
    <a:band2V>
      <a:tcTxStyle b="off" i="off"/>
    </a:band2V>
    <a:lastCol>
      <a:tcTxStyle b="on" i="off">
        <a:font>
          <a:latin typeface="Bembo"/>
          <a:ea typeface="Bembo"/>
          <a:cs typeface="Bembo"/>
        </a:font>
        <a:schemeClr val="lt1"/>
      </a:tcTxStyle>
      <a:tcStyle>
        <a:fill>
          <a:solidFill>
            <a:schemeClr val="accent4"/>
          </a:solidFill>
        </a:fill>
      </a:tcStyle>
    </a:lastCol>
    <a:firstCol>
      <a:tcTxStyle b="on" i="off">
        <a:font>
          <a:latin typeface="Bembo"/>
          <a:ea typeface="Bembo"/>
          <a:cs typeface="Bembo"/>
        </a:font>
        <a:schemeClr val="lt1"/>
      </a:tcTxStyle>
      <a:tcStyle>
        <a:fill>
          <a:solidFill>
            <a:schemeClr val="accent4"/>
          </a:solidFill>
        </a:fill>
      </a:tcStyle>
    </a:firstCol>
    <a:lastRow>
      <a:tcTxStyle b="on" i="off">
        <a:font>
          <a:latin typeface="Bembo"/>
          <a:ea typeface="Bembo"/>
          <a:cs typeface="Bembo"/>
        </a:font>
        <a:schemeClr val="lt1"/>
      </a:tcTxStyle>
      <a:tcStyle>
        <a:tcBdr>
          <a:top>
            <a:ln cap="flat" cmpd="sng" w="38100">
              <a:solidFill>
                <a:schemeClr val="lt1"/>
              </a:solidFill>
              <a:prstDash val="solid"/>
              <a:round/>
              <a:headEnd len="sm" w="sm" type="none"/>
              <a:tailEnd len="sm" w="sm" type="none"/>
            </a:ln>
          </a:top>
        </a:tcBdr>
        <a:fill>
          <a:solidFill>
            <a:schemeClr val="accent4"/>
          </a:solidFill>
        </a:fill>
      </a:tcStyle>
    </a:lastRow>
    <a:seCell>
      <a:tcTxStyle b="off" i="off"/>
    </a:seCell>
    <a:swCell>
      <a:tcTxStyle b="off" i="off"/>
    </a:swCell>
    <a:firstRow>
      <a:tcTxStyle b="on" i="off">
        <a:font>
          <a:latin typeface="Bembo"/>
          <a:ea typeface="Bembo"/>
          <a:cs typeface="Bembo"/>
        </a:font>
        <a:schemeClr val="lt1"/>
      </a:tcTxStyle>
      <a:tcStyle>
        <a:tcBdr>
          <a:bottom>
            <a:ln cap="flat" cmpd="sng" w="38100">
              <a:solidFill>
                <a:schemeClr val="lt1"/>
              </a:solidFill>
              <a:prstDash val="solid"/>
              <a:round/>
              <a:headEnd len="sm" w="sm" type="none"/>
              <a:tailEnd len="sm" w="sm" type="none"/>
            </a:ln>
          </a:bottom>
        </a:tcBdr>
        <a:fill>
          <a:solidFill>
            <a:schemeClr val="accent4"/>
          </a:solidFill>
        </a:fill>
      </a:tcStyle>
    </a:firstRow>
    <a:neCell>
      <a:tcTxStyle b="off" i="off"/>
    </a:neCell>
    <a:nwCell>
      <a:tcTxStyle b="off" i="off"/>
    </a:nwCell>
  </a:tblStyle>
  <a:tblStyle styleId="{7A19A54E-5F0A-40D8-80F5-CB03A73DE904}" styleName="Table_1">
    <a:wholeTbl>
      <a:tcTxStyle b="off" i="off">
        <a:font>
          <a:latin typeface="Arial"/>
          <a:ea typeface="Arial"/>
          <a:cs typeface="Arial"/>
        </a:font>
        <a:schemeClr val="dk1"/>
      </a:tcTxStyle>
      <a:tcStyle>
        <a:tcBdr>
          <a:left>
            <a:ln cap="flat" cmpd="sng" w="9525">
              <a:solidFill>
                <a:srgbClr val="000000">
                  <a:alpha val="0"/>
                </a:srgbClr>
              </a:solidFill>
              <a:prstDash val="solid"/>
              <a:round/>
              <a:headEnd len="sm" w="sm" type="none"/>
              <a:tailEnd len="sm" w="sm" type="none"/>
            </a:ln>
          </a:left>
          <a:right>
            <a:ln cap="flat" cmpd="sng" w="9525">
              <a:solidFill>
                <a:srgbClr val="000000">
                  <a:alpha val="0"/>
                </a:srgbClr>
              </a:solidFill>
              <a:prstDash val="solid"/>
              <a:round/>
              <a:headEnd len="sm" w="sm" type="none"/>
              <a:tailEnd len="sm" w="sm" type="none"/>
            </a:ln>
          </a:right>
          <a:top>
            <a:ln cap="flat" cmpd="sng" w="9525">
              <a:solidFill>
                <a:srgbClr val="000000">
                  <a:alpha val="0"/>
                </a:srgbClr>
              </a:solidFill>
              <a:prstDash val="solid"/>
              <a:round/>
              <a:headEnd len="sm" w="sm" type="none"/>
              <a:tailEnd len="sm" w="sm" type="none"/>
            </a:ln>
          </a:top>
          <a:bottom>
            <a:ln cap="flat" cmpd="sng" w="9525">
              <a:solidFill>
                <a:srgbClr val="000000">
                  <a:alpha val="0"/>
                </a:srgbClr>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E9E8E7"/>
          </a:solidFill>
        </a:fill>
      </a:tcStyle>
    </a:wholeTbl>
    <a:band1H>
      <a:tcTxStyle/>
      <a:tcStyle>
        <a:fill>
          <a:solidFill>
            <a:srgbClr val="D1CDCC"/>
          </a:solidFill>
        </a:fill>
      </a:tcStyle>
    </a:band1H>
    <a:band2H>
      <a:tcTxStyle/>
    </a:band2H>
    <a:band1V>
      <a:tcTxStyle/>
      <a:tcStyle>
        <a:fill>
          <a:solidFill>
            <a:srgbClr val="D1CDCC"/>
          </a:solidFill>
        </a:fill>
      </a:tcStyle>
    </a:band1V>
    <a:band2V>
      <a:tcTxStyle/>
    </a:band2V>
    <a:lastCol>
      <a:tcTxStyle b="on" i="off"/>
    </a:lastCol>
    <a:firstCol>
      <a:tcTxStyle b="on" i="off"/>
    </a:firstCol>
    <a:lastRow>
      <a:tcTxStyle b="on" i="off"/>
      <a:tcStyle>
        <a:tcBdr>
          <a:top>
            <a:ln cap="flat" cmpd="sng" w="50800">
              <a:solidFill>
                <a:schemeClr val="dk1"/>
              </a:solidFill>
              <a:prstDash val="solid"/>
              <a:round/>
              <a:headEnd len="sm" w="sm" type="none"/>
              <a:tailEnd len="sm" w="sm" type="none"/>
            </a:ln>
          </a:top>
        </a:tcBdr>
        <a:fill>
          <a:solidFill>
            <a:srgbClr val="E9E8E7"/>
          </a:solidFill>
        </a:fill>
      </a:tcStyle>
    </a:lastRow>
    <a:seCell>
      <a:tcTxStyle/>
    </a:seCell>
    <a:swCell>
      <a:tcTxStyle/>
    </a:swCell>
    <a:firstRow>
      <a:tcTxStyle b="on" i="off">
        <a:font>
          <a:latin typeface="Arial"/>
          <a:ea typeface="Arial"/>
          <a:cs typeface="Arial"/>
        </a:font>
        <a:schemeClr val="lt1"/>
      </a:tcTxStyle>
      <a:tcStyle>
        <a:fill>
          <a:solidFill>
            <a:schemeClr val="accent2"/>
          </a:solidFill>
        </a:fill>
      </a:tc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font" Target="fonts/Economica-boldItalic.fntdata"/><Relationship Id="rId42" Type="http://schemas.openxmlformats.org/officeDocument/2006/relationships/font" Target="fonts/BellMT-bold.fntdata"/><Relationship Id="rId41" Type="http://schemas.openxmlformats.org/officeDocument/2006/relationships/font" Target="fonts/BellMT-regular.fntdata"/><Relationship Id="rId44" Type="http://schemas.openxmlformats.org/officeDocument/2006/relationships/font" Target="fonts/BellMT-boldItalic.fntdata"/><Relationship Id="rId43" Type="http://schemas.openxmlformats.org/officeDocument/2006/relationships/font" Target="fonts/BellMT-italic.fntdata"/><Relationship Id="rId46" Type="http://schemas.openxmlformats.org/officeDocument/2006/relationships/font" Target="fonts/OpenSans-bold.fntdata"/><Relationship Id="rId45" Type="http://schemas.openxmlformats.org/officeDocument/2006/relationships/font" Target="fonts/OpenSans-regular.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font" Target="fonts/OpenSans-boldItalic.fntdata"/><Relationship Id="rId47" Type="http://schemas.openxmlformats.org/officeDocument/2006/relationships/font" Target="fonts/OpenSans-italic.fntdata"/><Relationship Id="rId49" Type="http://customschemas.google.com/relationships/presentationmetadata" Target="meta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font" Target="fonts/Economica-regular.fntdata"/><Relationship Id="rId36" Type="http://schemas.openxmlformats.org/officeDocument/2006/relationships/slide" Target="slides/slide31.xml"/><Relationship Id="rId39" Type="http://schemas.openxmlformats.org/officeDocument/2006/relationships/font" Target="fonts/Economica-italic.fntdata"/><Relationship Id="rId38" Type="http://schemas.openxmlformats.org/officeDocument/2006/relationships/font" Target="fonts/Economica-bold.fntdata"/><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IN"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0" name="Google Shape;70;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4" name="Google Shape;84;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5" name="Google Shape;85;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IN"/>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0" name="Google Shape;90;p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1" name="Google Shape;91;p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IN"/>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7" name="Google Shape;97;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2" name="Google Shape;102;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8" name="Google Shape;108;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t/>
            </a:r>
            <a:endParaRPr/>
          </a:p>
        </p:txBody>
      </p:sp>
      <p:sp>
        <p:nvSpPr>
          <p:cNvPr id="109" name="Google Shape;109;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SzPts val="1200"/>
              <a:buNone/>
            </a:pPr>
            <a:fld id="{00000000-1234-1234-1234-123412341234}" type="slidenum">
              <a:rPr b="0" i="0" lang="en-IN"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4" name="Google Shape;114;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9" name="Google Shape;119;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0" name="Google Shape;120;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IN"/>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5" name="Google Shape;125;p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6" name="Google Shape;126;p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IN"/>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3" name="Google Shape;133;p1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4" name="Google Shape;134;p1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IN"/>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0" name="Google Shape;140;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5" name="Google Shape;145;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0" name="Google Shape;150;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1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6" name="Google Shape;156;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1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1" name="Google Shape;161;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6" name="Google Shape;166;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7" name="Google Shape;167;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IN"/>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2" name="Google Shape;172;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3" name="Google Shape;173;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IN"/>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3" name="Google Shape;183;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4" name="Google Shape;184;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IN"/>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9" name="Google Shape;189;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4" name="Google Shape;194;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9" name="Google Shape;199;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p2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5" name="Google Shape;205;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0" name="Google Shape;210;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1" name="Google Shape;211;p2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IN"/>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2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6" name="Google Shape;216;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2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1" name="Google Shape;221;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2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6" name="Google Shape;226;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2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1" name="Google Shape;231;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p2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7" name="Google Shape;237;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2" name="Google Shape;242;p2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t/>
            </a:r>
            <a:endParaRPr/>
          </a:p>
        </p:txBody>
      </p:sp>
      <p:sp>
        <p:nvSpPr>
          <p:cNvPr id="243" name="Google Shape;243;p2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None/>
            </a:pPr>
            <a:fld id="{00000000-1234-1234-1234-123412341234}" type="slidenum">
              <a:rPr lang="en-IN"/>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8" name="Google Shape;248;p3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9" name="Google Shape;249;p3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IN"/>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p3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4" name="Google Shape;254;p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3" name="Shape 13"/>
        <p:cNvGrpSpPr/>
        <p:nvPr/>
      </p:nvGrpSpPr>
      <p:grpSpPr>
        <a:xfrm>
          <a:off x="0" y="0"/>
          <a:ext cx="0" cy="0"/>
          <a:chOff x="0" y="0"/>
          <a:chExt cx="0" cy="0"/>
        </a:xfrm>
      </p:grpSpPr>
      <p:sp>
        <p:nvSpPr>
          <p:cNvPr id="14" name="Google Shape;14;p33"/>
          <p:cNvSpPr/>
          <p:nvPr/>
        </p:nvSpPr>
        <p:spPr>
          <a:xfrm>
            <a:off x="3658683" y="1008933"/>
            <a:ext cx="1442131" cy="1499896"/>
          </a:xfrm>
          <a:custGeom>
            <a:rect b="b" l="l" r="r" t="t"/>
            <a:pathLst>
              <a:path extrusionOk="0" h="44998" w="43265">
                <a:moveTo>
                  <a:pt x="0" y="44998"/>
                </a:moveTo>
                <a:lnTo>
                  <a:pt x="0" y="0"/>
                </a:lnTo>
                <a:lnTo>
                  <a:pt x="43265" y="0"/>
                </a:lnTo>
              </a:path>
            </a:pathLst>
          </a:custGeom>
          <a:noFill/>
          <a:ln cap="flat" cmpd="sng" w="38100">
            <a:solidFill>
              <a:schemeClr val="lt2"/>
            </a:solidFill>
            <a:prstDash val="solid"/>
            <a:miter lim="8000"/>
            <a:headEnd len="sm" w="sm" type="none"/>
            <a:tailEnd len="sm" w="sm" type="none"/>
          </a:ln>
        </p:spPr>
      </p:sp>
      <p:sp>
        <p:nvSpPr>
          <p:cNvPr id="15" name="Google Shape;15;p33"/>
          <p:cNvSpPr/>
          <p:nvPr/>
        </p:nvSpPr>
        <p:spPr>
          <a:xfrm rot="10800000">
            <a:off x="7091169" y="4355671"/>
            <a:ext cx="1442131" cy="1499896"/>
          </a:xfrm>
          <a:custGeom>
            <a:rect b="b" l="l" r="r" t="t"/>
            <a:pathLst>
              <a:path extrusionOk="0" h="44998" w="43265">
                <a:moveTo>
                  <a:pt x="0" y="44998"/>
                </a:moveTo>
                <a:lnTo>
                  <a:pt x="0" y="0"/>
                </a:lnTo>
                <a:lnTo>
                  <a:pt x="43265" y="0"/>
                </a:lnTo>
              </a:path>
            </a:pathLst>
          </a:custGeom>
          <a:noFill/>
          <a:ln cap="flat" cmpd="sng" w="38100">
            <a:solidFill>
              <a:schemeClr val="lt2"/>
            </a:solidFill>
            <a:prstDash val="solid"/>
            <a:miter lim="8000"/>
            <a:headEnd len="sm" w="sm" type="none"/>
            <a:tailEnd len="sm" w="sm" type="none"/>
          </a:ln>
        </p:spPr>
      </p:sp>
      <p:sp>
        <p:nvSpPr>
          <p:cNvPr id="16" name="Google Shape;16;p33"/>
          <p:cNvSpPr txBox="1"/>
          <p:nvPr>
            <p:ph type="ctrTitle"/>
          </p:nvPr>
        </p:nvSpPr>
        <p:spPr>
          <a:xfrm>
            <a:off x="4059600" y="1925674"/>
            <a:ext cx="4072800" cy="2049600"/>
          </a:xfrm>
          <a:prstGeom prst="rect">
            <a:avLst/>
          </a:prstGeom>
          <a:noFill/>
          <a:ln>
            <a:noFill/>
          </a:ln>
        </p:spPr>
        <p:txBody>
          <a:bodyPr anchorCtr="0" anchor="b" bIns="121900" lIns="121900" spcFirstLastPara="1" rIns="121900" wrap="square" tIns="121900">
            <a:normAutofit/>
          </a:bodyPr>
          <a:lstStyle>
            <a:lvl1pPr lvl="0" algn="ctr">
              <a:lnSpc>
                <a:spcPct val="100000"/>
              </a:lnSpc>
              <a:spcBef>
                <a:spcPts val="0"/>
              </a:spcBef>
              <a:spcAft>
                <a:spcPts val="0"/>
              </a:spcAft>
              <a:buSzPts val="5600"/>
              <a:buNone/>
              <a:defRPr/>
            </a:lvl1pPr>
            <a:lvl2pPr lvl="1" algn="ctr">
              <a:lnSpc>
                <a:spcPct val="100000"/>
              </a:lnSpc>
              <a:spcBef>
                <a:spcPts val="0"/>
              </a:spcBef>
              <a:spcAft>
                <a:spcPts val="0"/>
              </a:spcAft>
              <a:buSzPts val="5600"/>
              <a:buNone/>
              <a:defRPr/>
            </a:lvl2pPr>
            <a:lvl3pPr lvl="2" algn="ctr">
              <a:lnSpc>
                <a:spcPct val="100000"/>
              </a:lnSpc>
              <a:spcBef>
                <a:spcPts val="0"/>
              </a:spcBef>
              <a:spcAft>
                <a:spcPts val="0"/>
              </a:spcAft>
              <a:buSzPts val="5600"/>
              <a:buNone/>
              <a:defRPr/>
            </a:lvl3pPr>
            <a:lvl4pPr lvl="3" algn="ctr">
              <a:lnSpc>
                <a:spcPct val="100000"/>
              </a:lnSpc>
              <a:spcBef>
                <a:spcPts val="0"/>
              </a:spcBef>
              <a:spcAft>
                <a:spcPts val="0"/>
              </a:spcAft>
              <a:buSzPts val="5600"/>
              <a:buNone/>
              <a:defRPr/>
            </a:lvl4pPr>
            <a:lvl5pPr lvl="4" algn="ctr">
              <a:lnSpc>
                <a:spcPct val="100000"/>
              </a:lnSpc>
              <a:spcBef>
                <a:spcPts val="0"/>
              </a:spcBef>
              <a:spcAft>
                <a:spcPts val="0"/>
              </a:spcAft>
              <a:buSzPts val="5600"/>
              <a:buNone/>
              <a:defRPr/>
            </a:lvl5pPr>
            <a:lvl6pPr lvl="5" algn="ctr">
              <a:lnSpc>
                <a:spcPct val="100000"/>
              </a:lnSpc>
              <a:spcBef>
                <a:spcPts val="0"/>
              </a:spcBef>
              <a:spcAft>
                <a:spcPts val="0"/>
              </a:spcAft>
              <a:buSzPts val="5600"/>
              <a:buNone/>
              <a:defRPr/>
            </a:lvl6pPr>
            <a:lvl7pPr lvl="6" algn="ctr">
              <a:lnSpc>
                <a:spcPct val="100000"/>
              </a:lnSpc>
              <a:spcBef>
                <a:spcPts val="0"/>
              </a:spcBef>
              <a:spcAft>
                <a:spcPts val="0"/>
              </a:spcAft>
              <a:buSzPts val="5600"/>
              <a:buNone/>
              <a:defRPr/>
            </a:lvl7pPr>
            <a:lvl8pPr lvl="7" algn="ctr">
              <a:lnSpc>
                <a:spcPct val="100000"/>
              </a:lnSpc>
              <a:spcBef>
                <a:spcPts val="0"/>
              </a:spcBef>
              <a:spcAft>
                <a:spcPts val="0"/>
              </a:spcAft>
              <a:buSzPts val="5600"/>
              <a:buNone/>
              <a:defRPr/>
            </a:lvl8pPr>
            <a:lvl9pPr lvl="8" algn="ctr">
              <a:lnSpc>
                <a:spcPct val="100000"/>
              </a:lnSpc>
              <a:spcBef>
                <a:spcPts val="0"/>
              </a:spcBef>
              <a:spcAft>
                <a:spcPts val="0"/>
              </a:spcAft>
              <a:buSzPts val="5600"/>
              <a:buNone/>
              <a:defRPr/>
            </a:lvl9pPr>
          </a:lstStyle>
          <a:p/>
        </p:txBody>
      </p:sp>
      <p:sp>
        <p:nvSpPr>
          <p:cNvPr id="17" name="Google Shape;17;p33"/>
          <p:cNvSpPr txBox="1"/>
          <p:nvPr>
            <p:ph idx="1" type="subTitle"/>
          </p:nvPr>
        </p:nvSpPr>
        <p:spPr>
          <a:xfrm>
            <a:off x="4059600" y="4155440"/>
            <a:ext cx="4072800" cy="935100"/>
          </a:xfrm>
          <a:prstGeom prst="rect">
            <a:avLst/>
          </a:prstGeom>
          <a:noFill/>
          <a:ln>
            <a:noFill/>
          </a:ln>
        </p:spPr>
        <p:txBody>
          <a:bodyPr anchorCtr="0" anchor="t" bIns="121900" lIns="121900" spcFirstLastPara="1" rIns="121900" wrap="square" tIns="121900">
            <a:normAutofit/>
          </a:bodyPr>
          <a:lstStyle>
            <a:lvl1pPr lvl="0" algn="ctr">
              <a:lnSpc>
                <a:spcPct val="100000"/>
              </a:lnSpc>
              <a:spcBef>
                <a:spcPts val="0"/>
              </a:spcBef>
              <a:spcAft>
                <a:spcPts val="0"/>
              </a:spcAft>
              <a:buSzPts val="2800"/>
              <a:buFont typeface="Economica"/>
              <a:buNone/>
              <a:defRPr sz="2800">
                <a:latin typeface="Economica"/>
                <a:ea typeface="Economica"/>
                <a:cs typeface="Economica"/>
                <a:sym typeface="Economica"/>
              </a:defRPr>
            </a:lvl1pPr>
            <a:lvl2pPr lvl="1" algn="ctr">
              <a:lnSpc>
                <a:spcPct val="100000"/>
              </a:lnSpc>
              <a:spcBef>
                <a:spcPts val="0"/>
              </a:spcBef>
              <a:spcAft>
                <a:spcPts val="0"/>
              </a:spcAft>
              <a:buSzPts val="2800"/>
              <a:buFont typeface="Economica"/>
              <a:buNone/>
              <a:defRPr sz="2800">
                <a:latin typeface="Economica"/>
                <a:ea typeface="Economica"/>
                <a:cs typeface="Economica"/>
                <a:sym typeface="Economica"/>
              </a:defRPr>
            </a:lvl2pPr>
            <a:lvl3pPr lvl="2" algn="ctr">
              <a:lnSpc>
                <a:spcPct val="100000"/>
              </a:lnSpc>
              <a:spcBef>
                <a:spcPts val="0"/>
              </a:spcBef>
              <a:spcAft>
                <a:spcPts val="0"/>
              </a:spcAft>
              <a:buSzPts val="2800"/>
              <a:buFont typeface="Economica"/>
              <a:buNone/>
              <a:defRPr sz="2800">
                <a:latin typeface="Economica"/>
                <a:ea typeface="Economica"/>
                <a:cs typeface="Economica"/>
                <a:sym typeface="Economica"/>
              </a:defRPr>
            </a:lvl3pPr>
            <a:lvl4pPr lvl="3" algn="ctr">
              <a:lnSpc>
                <a:spcPct val="100000"/>
              </a:lnSpc>
              <a:spcBef>
                <a:spcPts val="0"/>
              </a:spcBef>
              <a:spcAft>
                <a:spcPts val="0"/>
              </a:spcAft>
              <a:buSzPts val="2800"/>
              <a:buFont typeface="Economica"/>
              <a:buNone/>
              <a:defRPr sz="2800">
                <a:latin typeface="Economica"/>
                <a:ea typeface="Economica"/>
                <a:cs typeface="Economica"/>
                <a:sym typeface="Economica"/>
              </a:defRPr>
            </a:lvl4pPr>
            <a:lvl5pPr lvl="4" algn="ctr">
              <a:lnSpc>
                <a:spcPct val="100000"/>
              </a:lnSpc>
              <a:spcBef>
                <a:spcPts val="0"/>
              </a:spcBef>
              <a:spcAft>
                <a:spcPts val="0"/>
              </a:spcAft>
              <a:buSzPts val="2800"/>
              <a:buFont typeface="Economica"/>
              <a:buNone/>
              <a:defRPr sz="2800">
                <a:latin typeface="Economica"/>
                <a:ea typeface="Economica"/>
                <a:cs typeface="Economica"/>
                <a:sym typeface="Economica"/>
              </a:defRPr>
            </a:lvl5pPr>
            <a:lvl6pPr lvl="5" algn="ctr">
              <a:lnSpc>
                <a:spcPct val="100000"/>
              </a:lnSpc>
              <a:spcBef>
                <a:spcPts val="0"/>
              </a:spcBef>
              <a:spcAft>
                <a:spcPts val="0"/>
              </a:spcAft>
              <a:buSzPts val="2800"/>
              <a:buFont typeface="Economica"/>
              <a:buNone/>
              <a:defRPr sz="2800">
                <a:latin typeface="Economica"/>
                <a:ea typeface="Economica"/>
                <a:cs typeface="Economica"/>
                <a:sym typeface="Economica"/>
              </a:defRPr>
            </a:lvl6pPr>
            <a:lvl7pPr lvl="6" algn="ctr">
              <a:lnSpc>
                <a:spcPct val="100000"/>
              </a:lnSpc>
              <a:spcBef>
                <a:spcPts val="0"/>
              </a:spcBef>
              <a:spcAft>
                <a:spcPts val="0"/>
              </a:spcAft>
              <a:buSzPts val="2800"/>
              <a:buFont typeface="Economica"/>
              <a:buNone/>
              <a:defRPr sz="2800">
                <a:latin typeface="Economica"/>
                <a:ea typeface="Economica"/>
                <a:cs typeface="Economica"/>
                <a:sym typeface="Economica"/>
              </a:defRPr>
            </a:lvl7pPr>
            <a:lvl8pPr lvl="7" algn="ctr">
              <a:lnSpc>
                <a:spcPct val="100000"/>
              </a:lnSpc>
              <a:spcBef>
                <a:spcPts val="0"/>
              </a:spcBef>
              <a:spcAft>
                <a:spcPts val="0"/>
              </a:spcAft>
              <a:buSzPts val="2800"/>
              <a:buFont typeface="Economica"/>
              <a:buNone/>
              <a:defRPr sz="2800">
                <a:latin typeface="Economica"/>
                <a:ea typeface="Economica"/>
                <a:cs typeface="Economica"/>
                <a:sym typeface="Economica"/>
              </a:defRPr>
            </a:lvl8pPr>
            <a:lvl9pPr lvl="8" algn="ctr">
              <a:lnSpc>
                <a:spcPct val="100000"/>
              </a:lnSpc>
              <a:spcBef>
                <a:spcPts val="0"/>
              </a:spcBef>
              <a:spcAft>
                <a:spcPts val="0"/>
              </a:spcAft>
              <a:buSzPts val="2800"/>
              <a:buFont typeface="Economica"/>
              <a:buNone/>
              <a:defRPr sz="2800">
                <a:latin typeface="Economica"/>
                <a:ea typeface="Economica"/>
                <a:cs typeface="Economica"/>
                <a:sym typeface="Economica"/>
              </a:defRPr>
            </a:lvl9pPr>
          </a:lstStyle>
          <a:p/>
        </p:txBody>
      </p:sp>
      <p:sp>
        <p:nvSpPr>
          <p:cNvPr id="18" name="Google Shape;18;p33"/>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rm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Economica"/>
                <a:ea typeface="Economica"/>
                <a:cs typeface="Economica"/>
                <a:sym typeface="Economica"/>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Economica"/>
                <a:ea typeface="Economica"/>
                <a:cs typeface="Economica"/>
                <a:sym typeface="Economica"/>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Economica"/>
                <a:ea typeface="Economica"/>
                <a:cs typeface="Economica"/>
                <a:sym typeface="Economica"/>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Economica"/>
                <a:ea typeface="Economica"/>
                <a:cs typeface="Economica"/>
                <a:sym typeface="Economica"/>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Economica"/>
                <a:ea typeface="Economica"/>
                <a:cs typeface="Economica"/>
                <a:sym typeface="Economica"/>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Economica"/>
                <a:ea typeface="Economica"/>
                <a:cs typeface="Economica"/>
                <a:sym typeface="Economica"/>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Economica"/>
                <a:ea typeface="Economica"/>
                <a:cs typeface="Economica"/>
                <a:sym typeface="Economica"/>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Economica"/>
                <a:ea typeface="Economica"/>
                <a:cs typeface="Economica"/>
                <a:sym typeface="Economica"/>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Economica"/>
                <a:ea typeface="Economica"/>
                <a:cs typeface="Economica"/>
                <a:sym typeface="Economica"/>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9" name="Shape 19"/>
        <p:cNvGrpSpPr/>
        <p:nvPr/>
      </p:nvGrpSpPr>
      <p:grpSpPr>
        <a:xfrm>
          <a:off x="0" y="0"/>
          <a:ext cx="0" cy="0"/>
          <a:chOff x="0" y="0"/>
          <a:chExt cx="0" cy="0"/>
        </a:xfrm>
      </p:grpSpPr>
      <p:sp>
        <p:nvSpPr>
          <p:cNvPr id="20" name="Google Shape;20;p34"/>
          <p:cNvSpPr txBox="1"/>
          <p:nvPr>
            <p:ph type="title"/>
          </p:nvPr>
        </p:nvSpPr>
        <p:spPr>
          <a:xfrm>
            <a:off x="1028700" y="723900"/>
            <a:ext cx="10134600" cy="1288500"/>
          </a:xfrm>
          <a:prstGeom prst="rect">
            <a:avLst/>
          </a:prstGeom>
          <a:noFill/>
          <a:ln>
            <a:noFill/>
          </a:ln>
        </p:spPr>
        <p:txBody>
          <a:bodyPr anchorCtr="0" anchor="b" bIns="45700" lIns="91425" spcFirstLastPara="1" rIns="91425" wrap="square" tIns="45700">
            <a:normAutofit/>
          </a:bodyPr>
          <a:lstStyle>
            <a:lvl1pPr lvl="0" algn="l">
              <a:lnSpc>
                <a:spcPct val="110000"/>
              </a:lnSpc>
              <a:spcBef>
                <a:spcPts val="0"/>
              </a:spcBef>
              <a:spcAft>
                <a:spcPts val="0"/>
              </a:spcAft>
              <a:buClr>
                <a:schemeClr val="dk2"/>
              </a:buClr>
              <a:buSzPts val="1800"/>
              <a:buNone/>
              <a:defRPr/>
            </a:lvl1pPr>
            <a:lvl2pPr lvl="1" algn="l">
              <a:lnSpc>
                <a:spcPct val="100000"/>
              </a:lnSpc>
              <a:spcBef>
                <a:spcPts val="0"/>
              </a:spcBef>
              <a:spcAft>
                <a:spcPts val="0"/>
              </a:spcAft>
              <a:buSzPts val="5600"/>
              <a:buNone/>
              <a:defRPr/>
            </a:lvl2pPr>
            <a:lvl3pPr lvl="2" algn="l">
              <a:lnSpc>
                <a:spcPct val="100000"/>
              </a:lnSpc>
              <a:spcBef>
                <a:spcPts val="0"/>
              </a:spcBef>
              <a:spcAft>
                <a:spcPts val="0"/>
              </a:spcAft>
              <a:buSzPts val="5600"/>
              <a:buNone/>
              <a:defRPr/>
            </a:lvl3pPr>
            <a:lvl4pPr lvl="3" algn="l">
              <a:lnSpc>
                <a:spcPct val="100000"/>
              </a:lnSpc>
              <a:spcBef>
                <a:spcPts val="0"/>
              </a:spcBef>
              <a:spcAft>
                <a:spcPts val="0"/>
              </a:spcAft>
              <a:buSzPts val="5600"/>
              <a:buNone/>
              <a:defRPr/>
            </a:lvl4pPr>
            <a:lvl5pPr lvl="4" algn="l">
              <a:lnSpc>
                <a:spcPct val="100000"/>
              </a:lnSpc>
              <a:spcBef>
                <a:spcPts val="0"/>
              </a:spcBef>
              <a:spcAft>
                <a:spcPts val="0"/>
              </a:spcAft>
              <a:buSzPts val="5600"/>
              <a:buNone/>
              <a:defRPr/>
            </a:lvl5pPr>
            <a:lvl6pPr lvl="5" algn="l">
              <a:lnSpc>
                <a:spcPct val="100000"/>
              </a:lnSpc>
              <a:spcBef>
                <a:spcPts val="0"/>
              </a:spcBef>
              <a:spcAft>
                <a:spcPts val="0"/>
              </a:spcAft>
              <a:buSzPts val="5600"/>
              <a:buNone/>
              <a:defRPr/>
            </a:lvl6pPr>
            <a:lvl7pPr lvl="6" algn="l">
              <a:lnSpc>
                <a:spcPct val="100000"/>
              </a:lnSpc>
              <a:spcBef>
                <a:spcPts val="0"/>
              </a:spcBef>
              <a:spcAft>
                <a:spcPts val="0"/>
              </a:spcAft>
              <a:buSzPts val="5600"/>
              <a:buNone/>
              <a:defRPr/>
            </a:lvl7pPr>
            <a:lvl8pPr lvl="7" algn="l">
              <a:lnSpc>
                <a:spcPct val="100000"/>
              </a:lnSpc>
              <a:spcBef>
                <a:spcPts val="0"/>
              </a:spcBef>
              <a:spcAft>
                <a:spcPts val="0"/>
              </a:spcAft>
              <a:buSzPts val="5600"/>
              <a:buNone/>
              <a:defRPr/>
            </a:lvl8pPr>
            <a:lvl9pPr lvl="8" algn="l">
              <a:lnSpc>
                <a:spcPct val="100000"/>
              </a:lnSpc>
              <a:spcBef>
                <a:spcPts val="0"/>
              </a:spcBef>
              <a:spcAft>
                <a:spcPts val="0"/>
              </a:spcAft>
              <a:buSzPts val="5600"/>
              <a:buNone/>
              <a:defRPr/>
            </a:lvl9pPr>
          </a:lstStyle>
          <a:p/>
        </p:txBody>
      </p:sp>
      <p:sp>
        <p:nvSpPr>
          <p:cNvPr id="21" name="Google Shape;21;p34"/>
          <p:cNvSpPr txBox="1"/>
          <p:nvPr>
            <p:ph idx="1" type="body"/>
          </p:nvPr>
        </p:nvSpPr>
        <p:spPr>
          <a:xfrm>
            <a:off x="1028700" y="2161903"/>
            <a:ext cx="10134600" cy="3969300"/>
          </a:xfrm>
          <a:prstGeom prst="rect">
            <a:avLst/>
          </a:prstGeom>
          <a:noFill/>
          <a:ln>
            <a:noFill/>
          </a:ln>
        </p:spPr>
        <p:txBody>
          <a:bodyPr anchorCtr="0" anchor="t" bIns="45700" lIns="91425" spcFirstLastPara="1" rIns="91425" wrap="square" tIns="45700">
            <a:normAutofit/>
          </a:bodyPr>
          <a:lstStyle>
            <a:lvl1pPr indent="-342900" lvl="0" marL="457200" algn="l">
              <a:lnSpc>
                <a:spcPct val="110000"/>
              </a:lnSpc>
              <a:spcBef>
                <a:spcPts val="1000"/>
              </a:spcBef>
              <a:spcAft>
                <a:spcPts val="0"/>
              </a:spcAft>
              <a:buClr>
                <a:schemeClr val="dk2"/>
              </a:buClr>
              <a:buSzPts val="1800"/>
              <a:buChar char="●"/>
              <a:defRPr/>
            </a:lvl1pPr>
            <a:lvl2pPr indent="-325755" lvl="1" marL="914400" algn="l">
              <a:lnSpc>
                <a:spcPct val="110000"/>
              </a:lnSpc>
              <a:spcBef>
                <a:spcPts val="1600"/>
              </a:spcBef>
              <a:spcAft>
                <a:spcPts val="0"/>
              </a:spcAft>
              <a:buClr>
                <a:schemeClr val="dk2"/>
              </a:buClr>
              <a:buSzPts val="1530"/>
              <a:buChar char="○"/>
              <a:defRPr/>
            </a:lvl2pPr>
            <a:lvl3pPr indent="-342900" lvl="2" marL="1371600" algn="l">
              <a:lnSpc>
                <a:spcPct val="110000"/>
              </a:lnSpc>
              <a:spcBef>
                <a:spcPts val="1600"/>
              </a:spcBef>
              <a:spcAft>
                <a:spcPts val="0"/>
              </a:spcAft>
              <a:buClr>
                <a:schemeClr val="dk2"/>
              </a:buClr>
              <a:buSzPts val="1800"/>
              <a:buChar char="■"/>
              <a:defRPr/>
            </a:lvl3pPr>
            <a:lvl4pPr indent="-342900" lvl="3" marL="1828800" algn="l">
              <a:lnSpc>
                <a:spcPct val="110000"/>
              </a:lnSpc>
              <a:spcBef>
                <a:spcPts val="1600"/>
              </a:spcBef>
              <a:spcAft>
                <a:spcPts val="0"/>
              </a:spcAft>
              <a:buClr>
                <a:schemeClr val="dk2"/>
              </a:buClr>
              <a:buSzPts val="1800"/>
              <a:buChar char="●"/>
              <a:defRPr/>
            </a:lvl4pPr>
            <a:lvl5pPr indent="-342900" lvl="4" marL="2286000" algn="l">
              <a:lnSpc>
                <a:spcPct val="110000"/>
              </a:lnSpc>
              <a:spcBef>
                <a:spcPts val="1600"/>
              </a:spcBef>
              <a:spcAft>
                <a:spcPts val="0"/>
              </a:spcAft>
              <a:buClr>
                <a:schemeClr val="dk2"/>
              </a:buClr>
              <a:buSzPts val="1800"/>
              <a:buChar char="○"/>
              <a:defRPr/>
            </a:lvl5pPr>
            <a:lvl6pPr indent="-342900" lvl="5" marL="2743200" algn="l">
              <a:lnSpc>
                <a:spcPct val="90000"/>
              </a:lnSpc>
              <a:spcBef>
                <a:spcPts val="1600"/>
              </a:spcBef>
              <a:spcAft>
                <a:spcPts val="0"/>
              </a:spcAft>
              <a:buClr>
                <a:schemeClr val="dk1"/>
              </a:buClr>
              <a:buSzPts val="1800"/>
              <a:buChar char="■"/>
              <a:defRPr/>
            </a:lvl6pPr>
            <a:lvl7pPr indent="-342900" lvl="6" marL="3200400" algn="l">
              <a:lnSpc>
                <a:spcPct val="90000"/>
              </a:lnSpc>
              <a:spcBef>
                <a:spcPts val="1600"/>
              </a:spcBef>
              <a:spcAft>
                <a:spcPts val="0"/>
              </a:spcAft>
              <a:buClr>
                <a:schemeClr val="dk1"/>
              </a:buClr>
              <a:buSzPts val="1800"/>
              <a:buChar char="●"/>
              <a:defRPr/>
            </a:lvl7pPr>
            <a:lvl8pPr indent="-342900" lvl="7" marL="3657600" algn="l">
              <a:lnSpc>
                <a:spcPct val="90000"/>
              </a:lnSpc>
              <a:spcBef>
                <a:spcPts val="1600"/>
              </a:spcBef>
              <a:spcAft>
                <a:spcPts val="0"/>
              </a:spcAft>
              <a:buClr>
                <a:schemeClr val="dk1"/>
              </a:buClr>
              <a:buSzPts val="1800"/>
              <a:buChar char="○"/>
              <a:defRPr/>
            </a:lvl8pPr>
            <a:lvl9pPr indent="-342900" lvl="8" marL="4114800" algn="l">
              <a:lnSpc>
                <a:spcPct val="90000"/>
              </a:lnSpc>
              <a:spcBef>
                <a:spcPts val="1600"/>
              </a:spcBef>
              <a:spcAft>
                <a:spcPts val="1600"/>
              </a:spcAft>
              <a:buClr>
                <a:schemeClr val="dk1"/>
              </a:buClr>
              <a:buSzPts val="1800"/>
              <a:buChar char="■"/>
              <a:defRPr/>
            </a:lvl9pPr>
          </a:lstStyle>
          <a:p/>
        </p:txBody>
      </p:sp>
      <p:sp>
        <p:nvSpPr>
          <p:cNvPr id="22" name="Google Shape;22;p34"/>
          <p:cNvSpPr txBox="1"/>
          <p:nvPr>
            <p:ph idx="10" type="dt"/>
          </p:nvPr>
        </p:nvSpPr>
        <p:spPr>
          <a:xfrm>
            <a:off x="354841" y="6245032"/>
            <a:ext cx="2659500" cy="3651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23" name="Google Shape;23;p34"/>
          <p:cNvSpPr txBox="1"/>
          <p:nvPr>
            <p:ph idx="11" type="ftr"/>
          </p:nvPr>
        </p:nvSpPr>
        <p:spPr>
          <a:xfrm>
            <a:off x="7279964" y="6245033"/>
            <a:ext cx="4112100" cy="365100"/>
          </a:xfrm>
          <a:prstGeom prst="rect">
            <a:avLst/>
          </a:prstGeom>
          <a:noFill/>
          <a:ln>
            <a:noFill/>
          </a:ln>
        </p:spPr>
        <p:txBody>
          <a:bodyPr anchorCtr="0" anchor="ctr"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24" name="Google Shape;24;p34"/>
          <p:cNvSpPr txBox="1"/>
          <p:nvPr>
            <p:ph idx="12" type="sldNum"/>
          </p:nvPr>
        </p:nvSpPr>
        <p:spPr>
          <a:xfrm>
            <a:off x="11394765" y="6245032"/>
            <a:ext cx="524400" cy="365100"/>
          </a:xfrm>
          <a:prstGeom prst="rect">
            <a:avLst/>
          </a:prstGeom>
          <a:noFill/>
          <a:ln>
            <a:noFill/>
          </a:ln>
        </p:spPr>
        <p:txBody>
          <a:bodyPr anchorCtr="0" anchor="ctr" bIns="45700" lIns="91425" spcFirstLastPara="1" rIns="91425" wrap="square" tIns="45700">
            <a:norm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Economica"/>
                <a:ea typeface="Economica"/>
                <a:cs typeface="Economica"/>
                <a:sym typeface="Economica"/>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Economica"/>
                <a:ea typeface="Economica"/>
                <a:cs typeface="Economica"/>
                <a:sym typeface="Economica"/>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Economica"/>
                <a:ea typeface="Economica"/>
                <a:cs typeface="Economica"/>
                <a:sym typeface="Economica"/>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Economica"/>
                <a:ea typeface="Economica"/>
                <a:cs typeface="Economica"/>
                <a:sym typeface="Economica"/>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Economica"/>
                <a:ea typeface="Economica"/>
                <a:cs typeface="Economica"/>
                <a:sym typeface="Economica"/>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Economica"/>
                <a:ea typeface="Economica"/>
                <a:cs typeface="Economica"/>
                <a:sym typeface="Economica"/>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Economica"/>
                <a:ea typeface="Economica"/>
                <a:cs typeface="Economica"/>
                <a:sym typeface="Economica"/>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Economica"/>
                <a:ea typeface="Economica"/>
                <a:cs typeface="Economica"/>
                <a:sym typeface="Economica"/>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Economica"/>
                <a:ea typeface="Economica"/>
                <a:cs typeface="Economica"/>
                <a:sym typeface="Economica"/>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5" name="Shape 25"/>
        <p:cNvGrpSpPr/>
        <p:nvPr/>
      </p:nvGrpSpPr>
      <p:grpSpPr>
        <a:xfrm>
          <a:off x="0" y="0"/>
          <a:ext cx="0" cy="0"/>
          <a:chOff x="0" y="0"/>
          <a:chExt cx="0" cy="0"/>
        </a:xfrm>
      </p:grpSpPr>
      <p:sp>
        <p:nvSpPr>
          <p:cNvPr id="26" name="Google Shape;26;p35"/>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rm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Economica"/>
                <a:ea typeface="Economica"/>
                <a:cs typeface="Economica"/>
                <a:sym typeface="Economica"/>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Economica"/>
                <a:ea typeface="Economica"/>
                <a:cs typeface="Economica"/>
                <a:sym typeface="Economica"/>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Economica"/>
                <a:ea typeface="Economica"/>
                <a:cs typeface="Economica"/>
                <a:sym typeface="Economica"/>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Economica"/>
                <a:ea typeface="Economica"/>
                <a:cs typeface="Economica"/>
                <a:sym typeface="Economica"/>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Economica"/>
                <a:ea typeface="Economica"/>
                <a:cs typeface="Economica"/>
                <a:sym typeface="Economica"/>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Economica"/>
                <a:ea typeface="Economica"/>
                <a:cs typeface="Economica"/>
                <a:sym typeface="Economica"/>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Economica"/>
                <a:ea typeface="Economica"/>
                <a:cs typeface="Economica"/>
                <a:sym typeface="Economica"/>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Economica"/>
                <a:ea typeface="Economica"/>
                <a:cs typeface="Economica"/>
                <a:sym typeface="Economica"/>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Economica"/>
                <a:ea typeface="Economica"/>
                <a:cs typeface="Economica"/>
                <a:sym typeface="Economica"/>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7" name="Shape 27"/>
        <p:cNvGrpSpPr/>
        <p:nvPr/>
      </p:nvGrpSpPr>
      <p:grpSpPr>
        <a:xfrm>
          <a:off x="0" y="0"/>
          <a:ext cx="0" cy="0"/>
          <a:chOff x="0" y="0"/>
          <a:chExt cx="0" cy="0"/>
        </a:xfrm>
      </p:grpSpPr>
      <p:sp>
        <p:nvSpPr>
          <p:cNvPr id="28" name="Google Shape;28;p36"/>
          <p:cNvSpPr/>
          <p:nvPr/>
        </p:nvSpPr>
        <p:spPr>
          <a:xfrm>
            <a:off x="0" y="6727600"/>
            <a:ext cx="12192000" cy="130500"/>
          </a:xfrm>
          <a:prstGeom prst="rect">
            <a:avLst/>
          </a:prstGeom>
          <a:solidFill>
            <a:schemeClr val="lt2"/>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 name="Google Shape;29;p36"/>
          <p:cNvSpPr txBox="1"/>
          <p:nvPr>
            <p:ph type="title"/>
          </p:nvPr>
        </p:nvSpPr>
        <p:spPr>
          <a:xfrm>
            <a:off x="415600" y="421233"/>
            <a:ext cx="11360700" cy="1108500"/>
          </a:xfrm>
          <a:prstGeom prst="rect">
            <a:avLst/>
          </a:prstGeom>
          <a:noFill/>
          <a:ln>
            <a:noFill/>
          </a:ln>
        </p:spPr>
        <p:txBody>
          <a:bodyPr anchorCtr="0" anchor="b" bIns="121900" lIns="121900" spcFirstLastPara="1" rIns="121900" wrap="square" tIns="121900">
            <a:normAutofit/>
          </a:bodyPr>
          <a:lstStyle>
            <a:lvl1pPr lvl="0" algn="l">
              <a:lnSpc>
                <a:spcPct val="100000"/>
              </a:lnSpc>
              <a:spcBef>
                <a:spcPts val="0"/>
              </a:spcBef>
              <a:spcAft>
                <a:spcPts val="0"/>
              </a:spcAft>
              <a:buSzPts val="5600"/>
              <a:buNone/>
              <a:defRPr/>
            </a:lvl1pPr>
            <a:lvl2pPr lvl="1" algn="l">
              <a:lnSpc>
                <a:spcPct val="100000"/>
              </a:lnSpc>
              <a:spcBef>
                <a:spcPts val="0"/>
              </a:spcBef>
              <a:spcAft>
                <a:spcPts val="0"/>
              </a:spcAft>
              <a:buSzPts val="5600"/>
              <a:buNone/>
              <a:defRPr/>
            </a:lvl2pPr>
            <a:lvl3pPr lvl="2" algn="l">
              <a:lnSpc>
                <a:spcPct val="100000"/>
              </a:lnSpc>
              <a:spcBef>
                <a:spcPts val="0"/>
              </a:spcBef>
              <a:spcAft>
                <a:spcPts val="0"/>
              </a:spcAft>
              <a:buSzPts val="5600"/>
              <a:buNone/>
              <a:defRPr/>
            </a:lvl3pPr>
            <a:lvl4pPr lvl="3" algn="l">
              <a:lnSpc>
                <a:spcPct val="100000"/>
              </a:lnSpc>
              <a:spcBef>
                <a:spcPts val="0"/>
              </a:spcBef>
              <a:spcAft>
                <a:spcPts val="0"/>
              </a:spcAft>
              <a:buSzPts val="5600"/>
              <a:buNone/>
              <a:defRPr/>
            </a:lvl4pPr>
            <a:lvl5pPr lvl="4" algn="l">
              <a:lnSpc>
                <a:spcPct val="100000"/>
              </a:lnSpc>
              <a:spcBef>
                <a:spcPts val="0"/>
              </a:spcBef>
              <a:spcAft>
                <a:spcPts val="0"/>
              </a:spcAft>
              <a:buSzPts val="5600"/>
              <a:buNone/>
              <a:defRPr/>
            </a:lvl5pPr>
            <a:lvl6pPr lvl="5" algn="l">
              <a:lnSpc>
                <a:spcPct val="100000"/>
              </a:lnSpc>
              <a:spcBef>
                <a:spcPts val="0"/>
              </a:spcBef>
              <a:spcAft>
                <a:spcPts val="0"/>
              </a:spcAft>
              <a:buSzPts val="5600"/>
              <a:buNone/>
              <a:defRPr/>
            </a:lvl6pPr>
            <a:lvl7pPr lvl="6" algn="l">
              <a:lnSpc>
                <a:spcPct val="100000"/>
              </a:lnSpc>
              <a:spcBef>
                <a:spcPts val="0"/>
              </a:spcBef>
              <a:spcAft>
                <a:spcPts val="0"/>
              </a:spcAft>
              <a:buSzPts val="5600"/>
              <a:buNone/>
              <a:defRPr/>
            </a:lvl7pPr>
            <a:lvl8pPr lvl="7" algn="l">
              <a:lnSpc>
                <a:spcPct val="100000"/>
              </a:lnSpc>
              <a:spcBef>
                <a:spcPts val="0"/>
              </a:spcBef>
              <a:spcAft>
                <a:spcPts val="0"/>
              </a:spcAft>
              <a:buSzPts val="5600"/>
              <a:buNone/>
              <a:defRPr/>
            </a:lvl8pPr>
            <a:lvl9pPr lvl="8" algn="l">
              <a:lnSpc>
                <a:spcPct val="100000"/>
              </a:lnSpc>
              <a:spcBef>
                <a:spcPts val="0"/>
              </a:spcBef>
              <a:spcAft>
                <a:spcPts val="0"/>
              </a:spcAft>
              <a:buSzPts val="5600"/>
              <a:buNone/>
              <a:defRPr/>
            </a:lvl9pPr>
          </a:lstStyle>
          <a:p/>
        </p:txBody>
      </p:sp>
      <p:sp>
        <p:nvSpPr>
          <p:cNvPr id="30" name="Google Shape;30;p36"/>
          <p:cNvSpPr txBox="1"/>
          <p:nvPr>
            <p:ph idx="1" type="body"/>
          </p:nvPr>
        </p:nvSpPr>
        <p:spPr>
          <a:xfrm>
            <a:off x="415600" y="1633633"/>
            <a:ext cx="11360700" cy="4472100"/>
          </a:xfrm>
          <a:prstGeom prst="rect">
            <a:avLst/>
          </a:prstGeom>
          <a:noFill/>
          <a:ln>
            <a:noFill/>
          </a:ln>
        </p:spPr>
        <p:txBody>
          <a:bodyPr anchorCtr="0" anchor="t" bIns="121900" lIns="121900" spcFirstLastPara="1" rIns="121900" wrap="square" tIns="121900">
            <a:normAutofit/>
          </a:bodyPr>
          <a:lstStyle>
            <a:lvl1pPr indent="-381000" lvl="0" marL="457200" algn="l">
              <a:lnSpc>
                <a:spcPct val="115000"/>
              </a:lnSpc>
              <a:spcBef>
                <a:spcPts val="0"/>
              </a:spcBef>
              <a:spcAft>
                <a:spcPts val="0"/>
              </a:spcAft>
              <a:buSzPts val="2400"/>
              <a:buChar char="●"/>
              <a:defRPr/>
            </a:lvl1pPr>
            <a:lvl2pPr indent="-349250" lvl="1" marL="914400" algn="l">
              <a:lnSpc>
                <a:spcPct val="115000"/>
              </a:lnSpc>
              <a:spcBef>
                <a:spcPts val="0"/>
              </a:spcBef>
              <a:spcAft>
                <a:spcPts val="0"/>
              </a:spcAft>
              <a:buSzPts val="1900"/>
              <a:buChar char="○"/>
              <a:defRPr/>
            </a:lvl2pPr>
            <a:lvl3pPr indent="-349250" lvl="2" marL="1371600" algn="l">
              <a:lnSpc>
                <a:spcPct val="115000"/>
              </a:lnSpc>
              <a:spcBef>
                <a:spcPts val="0"/>
              </a:spcBef>
              <a:spcAft>
                <a:spcPts val="0"/>
              </a:spcAft>
              <a:buSzPts val="1900"/>
              <a:buChar char="■"/>
              <a:defRPr/>
            </a:lvl3pPr>
            <a:lvl4pPr indent="-349250" lvl="3" marL="1828800" algn="l">
              <a:lnSpc>
                <a:spcPct val="115000"/>
              </a:lnSpc>
              <a:spcBef>
                <a:spcPts val="0"/>
              </a:spcBef>
              <a:spcAft>
                <a:spcPts val="0"/>
              </a:spcAft>
              <a:buSzPts val="1900"/>
              <a:buChar char="●"/>
              <a:defRPr/>
            </a:lvl4pPr>
            <a:lvl5pPr indent="-349250" lvl="4" marL="2286000" algn="l">
              <a:lnSpc>
                <a:spcPct val="115000"/>
              </a:lnSpc>
              <a:spcBef>
                <a:spcPts val="0"/>
              </a:spcBef>
              <a:spcAft>
                <a:spcPts val="0"/>
              </a:spcAft>
              <a:buSzPts val="1900"/>
              <a:buChar char="○"/>
              <a:defRPr/>
            </a:lvl5pPr>
            <a:lvl6pPr indent="-349250" lvl="5" marL="2743200" algn="l">
              <a:lnSpc>
                <a:spcPct val="115000"/>
              </a:lnSpc>
              <a:spcBef>
                <a:spcPts val="0"/>
              </a:spcBef>
              <a:spcAft>
                <a:spcPts val="0"/>
              </a:spcAft>
              <a:buSzPts val="1900"/>
              <a:buChar char="■"/>
              <a:defRPr/>
            </a:lvl6pPr>
            <a:lvl7pPr indent="-349250" lvl="6" marL="3200400" algn="l">
              <a:lnSpc>
                <a:spcPct val="115000"/>
              </a:lnSpc>
              <a:spcBef>
                <a:spcPts val="0"/>
              </a:spcBef>
              <a:spcAft>
                <a:spcPts val="0"/>
              </a:spcAft>
              <a:buSzPts val="1900"/>
              <a:buChar char="●"/>
              <a:defRPr/>
            </a:lvl7pPr>
            <a:lvl8pPr indent="-349250" lvl="7" marL="3657600" algn="l">
              <a:lnSpc>
                <a:spcPct val="115000"/>
              </a:lnSpc>
              <a:spcBef>
                <a:spcPts val="0"/>
              </a:spcBef>
              <a:spcAft>
                <a:spcPts val="0"/>
              </a:spcAft>
              <a:buSzPts val="1900"/>
              <a:buChar char="○"/>
              <a:defRPr/>
            </a:lvl8pPr>
            <a:lvl9pPr indent="-349250" lvl="8" marL="4114800" algn="l">
              <a:lnSpc>
                <a:spcPct val="115000"/>
              </a:lnSpc>
              <a:spcBef>
                <a:spcPts val="0"/>
              </a:spcBef>
              <a:spcAft>
                <a:spcPts val="0"/>
              </a:spcAft>
              <a:buSzPts val="1900"/>
              <a:buChar char="■"/>
              <a:defRPr/>
            </a:lvl9pPr>
          </a:lstStyle>
          <a:p/>
        </p:txBody>
      </p:sp>
      <p:sp>
        <p:nvSpPr>
          <p:cNvPr id="31" name="Google Shape;31;p36"/>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rm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Economica"/>
                <a:ea typeface="Economica"/>
                <a:cs typeface="Economica"/>
                <a:sym typeface="Economica"/>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Economica"/>
                <a:ea typeface="Economica"/>
                <a:cs typeface="Economica"/>
                <a:sym typeface="Economica"/>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Economica"/>
                <a:ea typeface="Economica"/>
                <a:cs typeface="Economica"/>
                <a:sym typeface="Economica"/>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Economica"/>
                <a:ea typeface="Economica"/>
                <a:cs typeface="Economica"/>
                <a:sym typeface="Economica"/>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Economica"/>
                <a:ea typeface="Economica"/>
                <a:cs typeface="Economica"/>
                <a:sym typeface="Economica"/>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Economica"/>
                <a:ea typeface="Economica"/>
                <a:cs typeface="Economica"/>
                <a:sym typeface="Economica"/>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Economica"/>
                <a:ea typeface="Economica"/>
                <a:cs typeface="Economica"/>
                <a:sym typeface="Economica"/>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Economica"/>
                <a:ea typeface="Economica"/>
                <a:cs typeface="Economica"/>
                <a:sym typeface="Economica"/>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Economica"/>
                <a:ea typeface="Economica"/>
                <a:cs typeface="Economica"/>
                <a:sym typeface="Economica"/>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2" name="Shape 32"/>
        <p:cNvGrpSpPr/>
        <p:nvPr/>
      </p:nvGrpSpPr>
      <p:grpSpPr>
        <a:xfrm>
          <a:off x="0" y="0"/>
          <a:ext cx="0" cy="0"/>
          <a:chOff x="0" y="0"/>
          <a:chExt cx="0" cy="0"/>
        </a:xfrm>
      </p:grpSpPr>
      <p:sp>
        <p:nvSpPr>
          <p:cNvPr id="33" name="Google Shape;33;p37"/>
          <p:cNvSpPr/>
          <p:nvPr/>
        </p:nvSpPr>
        <p:spPr>
          <a:xfrm flipH="1">
            <a:off x="10127953" y="613633"/>
            <a:ext cx="1442131" cy="1499896"/>
          </a:xfrm>
          <a:custGeom>
            <a:rect b="b" l="l" r="r" t="t"/>
            <a:pathLst>
              <a:path extrusionOk="0" h="44998" w="43265">
                <a:moveTo>
                  <a:pt x="0" y="44998"/>
                </a:moveTo>
                <a:lnTo>
                  <a:pt x="0" y="0"/>
                </a:lnTo>
                <a:lnTo>
                  <a:pt x="43265" y="0"/>
                </a:lnTo>
              </a:path>
            </a:pathLst>
          </a:custGeom>
          <a:noFill/>
          <a:ln cap="flat" cmpd="sng" w="38100">
            <a:solidFill>
              <a:schemeClr val="lt2"/>
            </a:solidFill>
            <a:prstDash val="solid"/>
            <a:miter lim="8000"/>
            <a:headEnd len="sm" w="sm" type="none"/>
            <a:tailEnd len="sm" w="sm" type="none"/>
          </a:ln>
        </p:spPr>
      </p:sp>
      <p:sp>
        <p:nvSpPr>
          <p:cNvPr id="34" name="Google Shape;34;p37"/>
          <p:cNvSpPr/>
          <p:nvPr/>
        </p:nvSpPr>
        <p:spPr>
          <a:xfrm flipH="1" rot="10800000">
            <a:off x="621900" y="4744471"/>
            <a:ext cx="1442131" cy="1499896"/>
          </a:xfrm>
          <a:custGeom>
            <a:rect b="b" l="l" r="r" t="t"/>
            <a:pathLst>
              <a:path extrusionOk="0" h="44998" w="43265">
                <a:moveTo>
                  <a:pt x="0" y="44998"/>
                </a:moveTo>
                <a:lnTo>
                  <a:pt x="0" y="0"/>
                </a:lnTo>
                <a:lnTo>
                  <a:pt x="43265" y="0"/>
                </a:lnTo>
              </a:path>
            </a:pathLst>
          </a:custGeom>
          <a:noFill/>
          <a:ln cap="flat" cmpd="sng" w="38100">
            <a:solidFill>
              <a:schemeClr val="lt2"/>
            </a:solidFill>
            <a:prstDash val="solid"/>
            <a:miter lim="8000"/>
            <a:headEnd len="sm" w="sm" type="none"/>
            <a:tailEnd len="sm" w="sm" type="none"/>
          </a:ln>
        </p:spPr>
      </p:sp>
      <p:sp>
        <p:nvSpPr>
          <p:cNvPr id="35" name="Google Shape;35;p37"/>
          <p:cNvSpPr txBox="1"/>
          <p:nvPr>
            <p:ph type="title"/>
          </p:nvPr>
        </p:nvSpPr>
        <p:spPr>
          <a:xfrm>
            <a:off x="1031600" y="2408600"/>
            <a:ext cx="10128900" cy="2040900"/>
          </a:xfrm>
          <a:prstGeom prst="rect">
            <a:avLst/>
          </a:prstGeom>
          <a:noFill/>
          <a:ln>
            <a:noFill/>
          </a:ln>
        </p:spPr>
        <p:txBody>
          <a:bodyPr anchorCtr="0" anchor="ctr" bIns="121900" lIns="121900" spcFirstLastPara="1" rIns="121900" wrap="square" tIns="121900">
            <a:normAutofit/>
          </a:bodyPr>
          <a:lstStyle>
            <a:lvl1pPr lvl="0" algn="ctr">
              <a:lnSpc>
                <a:spcPct val="100000"/>
              </a:lnSpc>
              <a:spcBef>
                <a:spcPts val="0"/>
              </a:spcBef>
              <a:spcAft>
                <a:spcPts val="0"/>
              </a:spcAft>
              <a:buSzPts val="5600"/>
              <a:buNone/>
              <a:defRPr/>
            </a:lvl1pPr>
            <a:lvl2pPr lvl="1" algn="ctr">
              <a:lnSpc>
                <a:spcPct val="100000"/>
              </a:lnSpc>
              <a:spcBef>
                <a:spcPts val="0"/>
              </a:spcBef>
              <a:spcAft>
                <a:spcPts val="0"/>
              </a:spcAft>
              <a:buSzPts val="5600"/>
              <a:buNone/>
              <a:defRPr/>
            </a:lvl2pPr>
            <a:lvl3pPr lvl="2" algn="ctr">
              <a:lnSpc>
                <a:spcPct val="100000"/>
              </a:lnSpc>
              <a:spcBef>
                <a:spcPts val="0"/>
              </a:spcBef>
              <a:spcAft>
                <a:spcPts val="0"/>
              </a:spcAft>
              <a:buSzPts val="5600"/>
              <a:buNone/>
              <a:defRPr/>
            </a:lvl3pPr>
            <a:lvl4pPr lvl="3" algn="ctr">
              <a:lnSpc>
                <a:spcPct val="100000"/>
              </a:lnSpc>
              <a:spcBef>
                <a:spcPts val="0"/>
              </a:spcBef>
              <a:spcAft>
                <a:spcPts val="0"/>
              </a:spcAft>
              <a:buSzPts val="5600"/>
              <a:buNone/>
              <a:defRPr/>
            </a:lvl4pPr>
            <a:lvl5pPr lvl="4" algn="ctr">
              <a:lnSpc>
                <a:spcPct val="100000"/>
              </a:lnSpc>
              <a:spcBef>
                <a:spcPts val="0"/>
              </a:spcBef>
              <a:spcAft>
                <a:spcPts val="0"/>
              </a:spcAft>
              <a:buSzPts val="5600"/>
              <a:buNone/>
              <a:defRPr/>
            </a:lvl5pPr>
            <a:lvl6pPr lvl="5" algn="ctr">
              <a:lnSpc>
                <a:spcPct val="100000"/>
              </a:lnSpc>
              <a:spcBef>
                <a:spcPts val="0"/>
              </a:spcBef>
              <a:spcAft>
                <a:spcPts val="0"/>
              </a:spcAft>
              <a:buSzPts val="5600"/>
              <a:buNone/>
              <a:defRPr/>
            </a:lvl6pPr>
            <a:lvl7pPr lvl="6" algn="ctr">
              <a:lnSpc>
                <a:spcPct val="100000"/>
              </a:lnSpc>
              <a:spcBef>
                <a:spcPts val="0"/>
              </a:spcBef>
              <a:spcAft>
                <a:spcPts val="0"/>
              </a:spcAft>
              <a:buSzPts val="5600"/>
              <a:buNone/>
              <a:defRPr/>
            </a:lvl7pPr>
            <a:lvl8pPr lvl="7" algn="ctr">
              <a:lnSpc>
                <a:spcPct val="100000"/>
              </a:lnSpc>
              <a:spcBef>
                <a:spcPts val="0"/>
              </a:spcBef>
              <a:spcAft>
                <a:spcPts val="0"/>
              </a:spcAft>
              <a:buSzPts val="5600"/>
              <a:buNone/>
              <a:defRPr/>
            </a:lvl8pPr>
            <a:lvl9pPr lvl="8" algn="ctr">
              <a:lnSpc>
                <a:spcPct val="100000"/>
              </a:lnSpc>
              <a:spcBef>
                <a:spcPts val="0"/>
              </a:spcBef>
              <a:spcAft>
                <a:spcPts val="0"/>
              </a:spcAft>
              <a:buSzPts val="5600"/>
              <a:buNone/>
              <a:defRPr/>
            </a:lvl9pPr>
          </a:lstStyle>
          <a:p/>
        </p:txBody>
      </p:sp>
      <p:sp>
        <p:nvSpPr>
          <p:cNvPr id="36" name="Google Shape;36;p37"/>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rm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Economica"/>
                <a:ea typeface="Economica"/>
                <a:cs typeface="Economica"/>
                <a:sym typeface="Economica"/>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Economica"/>
                <a:ea typeface="Economica"/>
                <a:cs typeface="Economica"/>
                <a:sym typeface="Economica"/>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Economica"/>
                <a:ea typeface="Economica"/>
                <a:cs typeface="Economica"/>
                <a:sym typeface="Economica"/>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Economica"/>
                <a:ea typeface="Economica"/>
                <a:cs typeface="Economica"/>
                <a:sym typeface="Economica"/>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Economica"/>
                <a:ea typeface="Economica"/>
                <a:cs typeface="Economica"/>
                <a:sym typeface="Economica"/>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Economica"/>
                <a:ea typeface="Economica"/>
                <a:cs typeface="Economica"/>
                <a:sym typeface="Economica"/>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Economica"/>
                <a:ea typeface="Economica"/>
                <a:cs typeface="Economica"/>
                <a:sym typeface="Economica"/>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Economica"/>
                <a:ea typeface="Economica"/>
                <a:cs typeface="Economica"/>
                <a:sym typeface="Economica"/>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Economica"/>
                <a:ea typeface="Economica"/>
                <a:cs typeface="Economica"/>
                <a:sym typeface="Economica"/>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7" name="Shape 37"/>
        <p:cNvGrpSpPr/>
        <p:nvPr/>
      </p:nvGrpSpPr>
      <p:grpSpPr>
        <a:xfrm>
          <a:off x="0" y="0"/>
          <a:ext cx="0" cy="0"/>
          <a:chOff x="0" y="0"/>
          <a:chExt cx="0" cy="0"/>
        </a:xfrm>
      </p:grpSpPr>
      <p:sp>
        <p:nvSpPr>
          <p:cNvPr id="38" name="Google Shape;38;p38"/>
          <p:cNvSpPr txBox="1"/>
          <p:nvPr>
            <p:ph type="title"/>
          </p:nvPr>
        </p:nvSpPr>
        <p:spPr>
          <a:xfrm>
            <a:off x="415600" y="421233"/>
            <a:ext cx="11360700" cy="1108500"/>
          </a:xfrm>
          <a:prstGeom prst="rect">
            <a:avLst/>
          </a:prstGeom>
          <a:noFill/>
          <a:ln>
            <a:noFill/>
          </a:ln>
        </p:spPr>
        <p:txBody>
          <a:bodyPr anchorCtr="0" anchor="b" bIns="121900" lIns="121900" spcFirstLastPara="1" rIns="121900" wrap="square" tIns="121900">
            <a:normAutofit/>
          </a:bodyPr>
          <a:lstStyle>
            <a:lvl1pPr lvl="0" algn="l">
              <a:lnSpc>
                <a:spcPct val="100000"/>
              </a:lnSpc>
              <a:spcBef>
                <a:spcPts val="0"/>
              </a:spcBef>
              <a:spcAft>
                <a:spcPts val="0"/>
              </a:spcAft>
              <a:buSzPts val="5600"/>
              <a:buNone/>
              <a:defRPr/>
            </a:lvl1pPr>
            <a:lvl2pPr lvl="1" algn="l">
              <a:lnSpc>
                <a:spcPct val="100000"/>
              </a:lnSpc>
              <a:spcBef>
                <a:spcPts val="0"/>
              </a:spcBef>
              <a:spcAft>
                <a:spcPts val="0"/>
              </a:spcAft>
              <a:buSzPts val="5600"/>
              <a:buNone/>
              <a:defRPr/>
            </a:lvl2pPr>
            <a:lvl3pPr lvl="2" algn="l">
              <a:lnSpc>
                <a:spcPct val="100000"/>
              </a:lnSpc>
              <a:spcBef>
                <a:spcPts val="0"/>
              </a:spcBef>
              <a:spcAft>
                <a:spcPts val="0"/>
              </a:spcAft>
              <a:buSzPts val="5600"/>
              <a:buNone/>
              <a:defRPr/>
            </a:lvl3pPr>
            <a:lvl4pPr lvl="3" algn="l">
              <a:lnSpc>
                <a:spcPct val="100000"/>
              </a:lnSpc>
              <a:spcBef>
                <a:spcPts val="0"/>
              </a:spcBef>
              <a:spcAft>
                <a:spcPts val="0"/>
              </a:spcAft>
              <a:buSzPts val="5600"/>
              <a:buNone/>
              <a:defRPr/>
            </a:lvl4pPr>
            <a:lvl5pPr lvl="4" algn="l">
              <a:lnSpc>
                <a:spcPct val="100000"/>
              </a:lnSpc>
              <a:spcBef>
                <a:spcPts val="0"/>
              </a:spcBef>
              <a:spcAft>
                <a:spcPts val="0"/>
              </a:spcAft>
              <a:buSzPts val="5600"/>
              <a:buNone/>
              <a:defRPr/>
            </a:lvl5pPr>
            <a:lvl6pPr lvl="5" algn="l">
              <a:lnSpc>
                <a:spcPct val="100000"/>
              </a:lnSpc>
              <a:spcBef>
                <a:spcPts val="0"/>
              </a:spcBef>
              <a:spcAft>
                <a:spcPts val="0"/>
              </a:spcAft>
              <a:buSzPts val="5600"/>
              <a:buNone/>
              <a:defRPr/>
            </a:lvl6pPr>
            <a:lvl7pPr lvl="6" algn="l">
              <a:lnSpc>
                <a:spcPct val="100000"/>
              </a:lnSpc>
              <a:spcBef>
                <a:spcPts val="0"/>
              </a:spcBef>
              <a:spcAft>
                <a:spcPts val="0"/>
              </a:spcAft>
              <a:buSzPts val="5600"/>
              <a:buNone/>
              <a:defRPr/>
            </a:lvl7pPr>
            <a:lvl8pPr lvl="7" algn="l">
              <a:lnSpc>
                <a:spcPct val="100000"/>
              </a:lnSpc>
              <a:spcBef>
                <a:spcPts val="0"/>
              </a:spcBef>
              <a:spcAft>
                <a:spcPts val="0"/>
              </a:spcAft>
              <a:buSzPts val="5600"/>
              <a:buNone/>
              <a:defRPr/>
            </a:lvl8pPr>
            <a:lvl9pPr lvl="8" algn="l">
              <a:lnSpc>
                <a:spcPct val="100000"/>
              </a:lnSpc>
              <a:spcBef>
                <a:spcPts val="0"/>
              </a:spcBef>
              <a:spcAft>
                <a:spcPts val="0"/>
              </a:spcAft>
              <a:buSzPts val="5600"/>
              <a:buNone/>
              <a:defRPr/>
            </a:lvl9pPr>
          </a:lstStyle>
          <a:p/>
        </p:txBody>
      </p:sp>
      <p:sp>
        <p:nvSpPr>
          <p:cNvPr id="39" name="Google Shape;39;p38"/>
          <p:cNvSpPr txBox="1"/>
          <p:nvPr>
            <p:ph idx="1" type="body"/>
          </p:nvPr>
        </p:nvSpPr>
        <p:spPr>
          <a:xfrm>
            <a:off x="415600" y="1633633"/>
            <a:ext cx="5333100" cy="4472100"/>
          </a:xfrm>
          <a:prstGeom prst="rect">
            <a:avLst/>
          </a:prstGeom>
          <a:noFill/>
          <a:ln>
            <a:noFill/>
          </a:ln>
        </p:spPr>
        <p:txBody>
          <a:bodyPr anchorCtr="0" anchor="t" bIns="121900" lIns="121900" spcFirstLastPara="1" rIns="121900" wrap="square" tIns="121900">
            <a:normAutofit/>
          </a:bodyPr>
          <a:lstStyle>
            <a:lvl1pPr indent="-349250" lvl="0" marL="457200" algn="l">
              <a:lnSpc>
                <a:spcPct val="115000"/>
              </a:lnSpc>
              <a:spcBef>
                <a:spcPts val="0"/>
              </a:spcBef>
              <a:spcAft>
                <a:spcPts val="0"/>
              </a:spcAft>
              <a:buSzPts val="1900"/>
              <a:buChar char="●"/>
              <a:defRPr sz="1900"/>
            </a:lvl1pPr>
            <a:lvl2pPr indent="-330200" lvl="1" marL="914400" algn="l">
              <a:lnSpc>
                <a:spcPct val="115000"/>
              </a:lnSpc>
              <a:spcBef>
                <a:spcPts val="0"/>
              </a:spcBef>
              <a:spcAft>
                <a:spcPts val="0"/>
              </a:spcAft>
              <a:buSzPts val="1600"/>
              <a:buChar char="○"/>
              <a:defRPr sz="1600"/>
            </a:lvl2pPr>
            <a:lvl3pPr indent="-330200" lvl="2" marL="1371600" algn="l">
              <a:lnSpc>
                <a:spcPct val="115000"/>
              </a:lnSpc>
              <a:spcBef>
                <a:spcPts val="0"/>
              </a:spcBef>
              <a:spcAft>
                <a:spcPts val="0"/>
              </a:spcAft>
              <a:buSzPts val="1600"/>
              <a:buChar char="■"/>
              <a:defRPr sz="1600"/>
            </a:lvl3pPr>
            <a:lvl4pPr indent="-330200" lvl="3" marL="1828800" algn="l">
              <a:lnSpc>
                <a:spcPct val="115000"/>
              </a:lnSpc>
              <a:spcBef>
                <a:spcPts val="0"/>
              </a:spcBef>
              <a:spcAft>
                <a:spcPts val="0"/>
              </a:spcAft>
              <a:buSzPts val="1600"/>
              <a:buChar char="●"/>
              <a:defRPr sz="1600"/>
            </a:lvl4pPr>
            <a:lvl5pPr indent="-330200" lvl="4" marL="2286000" algn="l">
              <a:lnSpc>
                <a:spcPct val="115000"/>
              </a:lnSpc>
              <a:spcBef>
                <a:spcPts val="0"/>
              </a:spcBef>
              <a:spcAft>
                <a:spcPts val="0"/>
              </a:spcAft>
              <a:buSzPts val="1600"/>
              <a:buChar char="○"/>
              <a:defRPr sz="1600"/>
            </a:lvl5pPr>
            <a:lvl6pPr indent="-330200" lvl="5" marL="2743200" algn="l">
              <a:lnSpc>
                <a:spcPct val="115000"/>
              </a:lnSpc>
              <a:spcBef>
                <a:spcPts val="0"/>
              </a:spcBef>
              <a:spcAft>
                <a:spcPts val="0"/>
              </a:spcAft>
              <a:buSzPts val="1600"/>
              <a:buChar char="■"/>
              <a:defRPr sz="1600"/>
            </a:lvl6pPr>
            <a:lvl7pPr indent="-330200" lvl="6" marL="3200400" algn="l">
              <a:lnSpc>
                <a:spcPct val="115000"/>
              </a:lnSpc>
              <a:spcBef>
                <a:spcPts val="0"/>
              </a:spcBef>
              <a:spcAft>
                <a:spcPts val="0"/>
              </a:spcAft>
              <a:buSzPts val="1600"/>
              <a:buChar char="●"/>
              <a:defRPr sz="1600"/>
            </a:lvl7pPr>
            <a:lvl8pPr indent="-330200" lvl="7" marL="3657600" algn="l">
              <a:lnSpc>
                <a:spcPct val="115000"/>
              </a:lnSpc>
              <a:spcBef>
                <a:spcPts val="0"/>
              </a:spcBef>
              <a:spcAft>
                <a:spcPts val="0"/>
              </a:spcAft>
              <a:buSzPts val="1600"/>
              <a:buChar char="○"/>
              <a:defRPr sz="1600"/>
            </a:lvl8pPr>
            <a:lvl9pPr indent="-330200" lvl="8" marL="4114800" algn="l">
              <a:lnSpc>
                <a:spcPct val="115000"/>
              </a:lnSpc>
              <a:spcBef>
                <a:spcPts val="0"/>
              </a:spcBef>
              <a:spcAft>
                <a:spcPts val="0"/>
              </a:spcAft>
              <a:buSzPts val="1600"/>
              <a:buChar char="■"/>
              <a:defRPr sz="1600"/>
            </a:lvl9pPr>
          </a:lstStyle>
          <a:p/>
        </p:txBody>
      </p:sp>
      <p:sp>
        <p:nvSpPr>
          <p:cNvPr id="40" name="Google Shape;40;p38"/>
          <p:cNvSpPr txBox="1"/>
          <p:nvPr>
            <p:ph idx="2" type="body"/>
          </p:nvPr>
        </p:nvSpPr>
        <p:spPr>
          <a:xfrm>
            <a:off x="6443200" y="1633633"/>
            <a:ext cx="5333100" cy="4472100"/>
          </a:xfrm>
          <a:prstGeom prst="rect">
            <a:avLst/>
          </a:prstGeom>
          <a:noFill/>
          <a:ln>
            <a:noFill/>
          </a:ln>
        </p:spPr>
        <p:txBody>
          <a:bodyPr anchorCtr="0" anchor="t" bIns="121900" lIns="121900" spcFirstLastPara="1" rIns="121900" wrap="square" tIns="121900">
            <a:normAutofit/>
          </a:bodyPr>
          <a:lstStyle>
            <a:lvl1pPr indent="-349250" lvl="0" marL="457200" algn="l">
              <a:lnSpc>
                <a:spcPct val="115000"/>
              </a:lnSpc>
              <a:spcBef>
                <a:spcPts val="0"/>
              </a:spcBef>
              <a:spcAft>
                <a:spcPts val="0"/>
              </a:spcAft>
              <a:buSzPts val="1900"/>
              <a:buChar char="●"/>
              <a:defRPr sz="1900"/>
            </a:lvl1pPr>
            <a:lvl2pPr indent="-330200" lvl="1" marL="914400" algn="l">
              <a:lnSpc>
                <a:spcPct val="115000"/>
              </a:lnSpc>
              <a:spcBef>
                <a:spcPts val="0"/>
              </a:spcBef>
              <a:spcAft>
                <a:spcPts val="0"/>
              </a:spcAft>
              <a:buSzPts val="1600"/>
              <a:buChar char="○"/>
              <a:defRPr sz="1600"/>
            </a:lvl2pPr>
            <a:lvl3pPr indent="-330200" lvl="2" marL="1371600" algn="l">
              <a:lnSpc>
                <a:spcPct val="115000"/>
              </a:lnSpc>
              <a:spcBef>
                <a:spcPts val="0"/>
              </a:spcBef>
              <a:spcAft>
                <a:spcPts val="0"/>
              </a:spcAft>
              <a:buSzPts val="1600"/>
              <a:buChar char="■"/>
              <a:defRPr sz="1600"/>
            </a:lvl3pPr>
            <a:lvl4pPr indent="-330200" lvl="3" marL="1828800" algn="l">
              <a:lnSpc>
                <a:spcPct val="115000"/>
              </a:lnSpc>
              <a:spcBef>
                <a:spcPts val="0"/>
              </a:spcBef>
              <a:spcAft>
                <a:spcPts val="0"/>
              </a:spcAft>
              <a:buSzPts val="1600"/>
              <a:buChar char="●"/>
              <a:defRPr sz="1600"/>
            </a:lvl4pPr>
            <a:lvl5pPr indent="-330200" lvl="4" marL="2286000" algn="l">
              <a:lnSpc>
                <a:spcPct val="115000"/>
              </a:lnSpc>
              <a:spcBef>
                <a:spcPts val="0"/>
              </a:spcBef>
              <a:spcAft>
                <a:spcPts val="0"/>
              </a:spcAft>
              <a:buSzPts val="1600"/>
              <a:buChar char="○"/>
              <a:defRPr sz="1600"/>
            </a:lvl5pPr>
            <a:lvl6pPr indent="-330200" lvl="5" marL="2743200" algn="l">
              <a:lnSpc>
                <a:spcPct val="115000"/>
              </a:lnSpc>
              <a:spcBef>
                <a:spcPts val="0"/>
              </a:spcBef>
              <a:spcAft>
                <a:spcPts val="0"/>
              </a:spcAft>
              <a:buSzPts val="1600"/>
              <a:buChar char="■"/>
              <a:defRPr sz="1600"/>
            </a:lvl6pPr>
            <a:lvl7pPr indent="-330200" lvl="6" marL="3200400" algn="l">
              <a:lnSpc>
                <a:spcPct val="115000"/>
              </a:lnSpc>
              <a:spcBef>
                <a:spcPts val="0"/>
              </a:spcBef>
              <a:spcAft>
                <a:spcPts val="0"/>
              </a:spcAft>
              <a:buSzPts val="1600"/>
              <a:buChar char="●"/>
              <a:defRPr sz="1600"/>
            </a:lvl7pPr>
            <a:lvl8pPr indent="-330200" lvl="7" marL="3657600" algn="l">
              <a:lnSpc>
                <a:spcPct val="115000"/>
              </a:lnSpc>
              <a:spcBef>
                <a:spcPts val="0"/>
              </a:spcBef>
              <a:spcAft>
                <a:spcPts val="0"/>
              </a:spcAft>
              <a:buSzPts val="1600"/>
              <a:buChar char="○"/>
              <a:defRPr sz="1600"/>
            </a:lvl8pPr>
            <a:lvl9pPr indent="-330200" lvl="8" marL="4114800" algn="l">
              <a:lnSpc>
                <a:spcPct val="115000"/>
              </a:lnSpc>
              <a:spcBef>
                <a:spcPts val="0"/>
              </a:spcBef>
              <a:spcAft>
                <a:spcPts val="0"/>
              </a:spcAft>
              <a:buSzPts val="1600"/>
              <a:buChar char="■"/>
              <a:defRPr sz="1600"/>
            </a:lvl9pPr>
          </a:lstStyle>
          <a:p/>
        </p:txBody>
      </p:sp>
      <p:sp>
        <p:nvSpPr>
          <p:cNvPr id="41" name="Google Shape;41;p38"/>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rm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Economica"/>
                <a:ea typeface="Economica"/>
                <a:cs typeface="Economica"/>
                <a:sym typeface="Economica"/>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Economica"/>
                <a:ea typeface="Economica"/>
                <a:cs typeface="Economica"/>
                <a:sym typeface="Economica"/>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Economica"/>
                <a:ea typeface="Economica"/>
                <a:cs typeface="Economica"/>
                <a:sym typeface="Economica"/>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Economica"/>
                <a:ea typeface="Economica"/>
                <a:cs typeface="Economica"/>
                <a:sym typeface="Economica"/>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Economica"/>
                <a:ea typeface="Economica"/>
                <a:cs typeface="Economica"/>
                <a:sym typeface="Economica"/>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Economica"/>
                <a:ea typeface="Economica"/>
                <a:cs typeface="Economica"/>
                <a:sym typeface="Economica"/>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Economica"/>
                <a:ea typeface="Economica"/>
                <a:cs typeface="Economica"/>
                <a:sym typeface="Economica"/>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Economica"/>
                <a:ea typeface="Economica"/>
                <a:cs typeface="Economica"/>
                <a:sym typeface="Economica"/>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Economica"/>
                <a:ea typeface="Economica"/>
                <a:cs typeface="Economica"/>
                <a:sym typeface="Economica"/>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2" name="Shape 42"/>
        <p:cNvGrpSpPr/>
        <p:nvPr/>
      </p:nvGrpSpPr>
      <p:grpSpPr>
        <a:xfrm>
          <a:off x="0" y="0"/>
          <a:ext cx="0" cy="0"/>
          <a:chOff x="0" y="0"/>
          <a:chExt cx="0" cy="0"/>
        </a:xfrm>
      </p:grpSpPr>
      <p:sp>
        <p:nvSpPr>
          <p:cNvPr id="43" name="Google Shape;43;p39"/>
          <p:cNvSpPr txBox="1"/>
          <p:nvPr>
            <p:ph type="title"/>
          </p:nvPr>
        </p:nvSpPr>
        <p:spPr>
          <a:xfrm>
            <a:off x="415600" y="421233"/>
            <a:ext cx="11360700" cy="1108500"/>
          </a:xfrm>
          <a:prstGeom prst="rect">
            <a:avLst/>
          </a:prstGeom>
          <a:noFill/>
          <a:ln>
            <a:noFill/>
          </a:ln>
        </p:spPr>
        <p:txBody>
          <a:bodyPr anchorCtr="0" anchor="b" bIns="121900" lIns="121900" spcFirstLastPara="1" rIns="121900" wrap="square" tIns="121900">
            <a:normAutofit/>
          </a:bodyPr>
          <a:lstStyle>
            <a:lvl1pPr lvl="0" algn="l">
              <a:lnSpc>
                <a:spcPct val="100000"/>
              </a:lnSpc>
              <a:spcBef>
                <a:spcPts val="0"/>
              </a:spcBef>
              <a:spcAft>
                <a:spcPts val="0"/>
              </a:spcAft>
              <a:buSzPts val="5600"/>
              <a:buNone/>
              <a:defRPr/>
            </a:lvl1pPr>
            <a:lvl2pPr lvl="1" algn="l">
              <a:lnSpc>
                <a:spcPct val="100000"/>
              </a:lnSpc>
              <a:spcBef>
                <a:spcPts val="0"/>
              </a:spcBef>
              <a:spcAft>
                <a:spcPts val="0"/>
              </a:spcAft>
              <a:buSzPts val="5600"/>
              <a:buNone/>
              <a:defRPr/>
            </a:lvl2pPr>
            <a:lvl3pPr lvl="2" algn="l">
              <a:lnSpc>
                <a:spcPct val="100000"/>
              </a:lnSpc>
              <a:spcBef>
                <a:spcPts val="0"/>
              </a:spcBef>
              <a:spcAft>
                <a:spcPts val="0"/>
              </a:spcAft>
              <a:buSzPts val="5600"/>
              <a:buNone/>
              <a:defRPr/>
            </a:lvl3pPr>
            <a:lvl4pPr lvl="3" algn="l">
              <a:lnSpc>
                <a:spcPct val="100000"/>
              </a:lnSpc>
              <a:spcBef>
                <a:spcPts val="0"/>
              </a:spcBef>
              <a:spcAft>
                <a:spcPts val="0"/>
              </a:spcAft>
              <a:buSzPts val="5600"/>
              <a:buNone/>
              <a:defRPr/>
            </a:lvl4pPr>
            <a:lvl5pPr lvl="4" algn="l">
              <a:lnSpc>
                <a:spcPct val="100000"/>
              </a:lnSpc>
              <a:spcBef>
                <a:spcPts val="0"/>
              </a:spcBef>
              <a:spcAft>
                <a:spcPts val="0"/>
              </a:spcAft>
              <a:buSzPts val="5600"/>
              <a:buNone/>
              <a:defRPr/>
            </a:lvl5pPr>
            <a:lvl6pPr lvl="5" algn="l">
              <a:lnSpc>
                <a:spcPct val="100000"/>
              </a:lnSpc>
              <a:spcBef>
                <a:spcPts val="0"/>
              </a:spcBef>
              <a:spcAft>
                <a:spcPts val="0"/>
              </a:spcAft>
              <a:buSzPts val="5600"/>
              <a:buNone/>
              <a:defRPr/>
            </a:lvl6pPr>
            <a:lvl7pPr lvl="6" algn="l">
              <a:lnSpc>
                <a:spcPct val="100000"/>
              </a:lnSpc>
              <a:spcBef>
                <a:spcPts val="0"/>
              </a:spcBef>
              <a:spcAft>
                <a:spcPts val="0"/>
              </a:spcAft>
              <a:buSzPts val="5600"/>
              <a:buNone/>
              <a:defRPr/>
            </a:lvl7pPr>
            <a:lvl8pPr lvl="7" algn="l">
              <a:lnSpc>
                <a:spcPct val="100000"/>
              </a:lnSpc>
              <a:spcBef>
                <a:spcPts val="0"/>
              </a:spcBef>
              <a:spcAft>
                <a:spcPts val="0"/>
              </a:spcAft>
              <a:buSzPts val="5600"/>
              <a:buNone/>
              <a:defRPr/>
            </a:lvl8pPr>
            <a:lvl9pPr lvl="8" algn="l">
              <a:lnSpc>
                <a:spcPct val="100000"/>
              </a:lnSpc>
              <a:spcBef>
                <a:spcPts val="0"/>
              </a:spcBef>
              <a:spcAft>
                <a:spcPts val="0"/>
              </a:spcAft>
              <a:buSzPts val="5600"/>
              <a:buNone/>
              <a:defRPr/>
            </a:lvl9pPr>
          </a:lstStyle>
          <a:p/>
        </p:txBody>
      </p:sp>
      <p:sp>
        <p:nvSpPr>
          <p:cNvPr id="44" name="Google Shape;44;p39"/>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rm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Economica"/>
                <a:ea typeface="Economica"/>
                <a:cs typeface="Economica"/>
                <a:sym typeface="Economica"/>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Economica"/>
                <a:ea typeface="Economica"/>
                <a:cs typeface="Economica"/>
                <a:sym typeface="Economica"/>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Economica"/>
                <a:ea typeface="Economica"/>
                <a:cs typeface="Economica"/>
                <a:sym typeface="Economica"/>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Economica"/>
                <a:ea typeface="Economica"/>
                <a:cs typeface="Economica"/>
                <a:sym typeface="Economica"/>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Economica"/>
                <a:ea typeface="Economica"/>
                <a:cs typeface="Economica"/>
                <a:sym typeface="Economica"/>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Economica"/>
                <a:ea typeface="Economica"/>
                <a:cs typeface="Economica"/>
                <a:sym typeface="Economica"/>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Economica"/>
                <a:ea typeface="Economica"/>
                <a:cs typeface="Economica"/>
                <a:sym typeface="Economica"/>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Economica"/>
                <a:ea typeface="Economica"/>
                <a:cs typeface="Economica"/>
                <a:sym typeface="Economica"/>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Economica"/>
                <a:ea typeface="Economica"/>
                <a:cs typeface="Economica"/>
                <a:sym typeface="Economica"/>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5" name="Shape 45"/>
        <p:cNvGrpSpPr/>
        <p:nvPr/>
      </p:nvGrpSpPr>
      <p:grpSpPr>
        <a:xfrm>
          <a:off x="0" y="0"/>
          <a:ext cx="0" cy="0"/>
          <a:chOff x="0" y="0"/>
          <a:chExt cx="0" cy="0"/>
        </a:xfrm>
      </p:grpSpPr>
      <p:sp>
        <p:nvSpPr>
          <p:cNvPr id="46" name="Google Shape;46;p40"/>
          <p:cNvSpPr txBox="1"/>
          <p:nvPr>
            <p:ph type="title"/>
          </p:nvPr>
        </p:nvSpPr>
        <p:spPr>
          <a:xfrm>
            <a:off x="415600" y="740800"/>
            <a:ext cx="3744000" cy="1007700"/>
          </a:xfrm>
          <a:prstGeom prst="rect">
            <a:avLst/>
          </a:prstGeom>
          <a:noFill/>
          <a:ln>
            <a:noFill/>
          </a:ln>
        </p:spPr>
        <p:txBody>
          <a:bodyPr anchorCtr="0" anchor="b" bIns="121900" lIns="121900" spcFirstLastPara="1" rIns="121900" wrap="square" tIns="121900">
            <a:normAutofit/>
          </a:bodyPr>
          <a:lstStyle>
            <a:lvl1pPr lvl="0" algn="l">
              <a:lnSpc>
                <a:spcPct val="100000"/>
              </a:lnSpc>
              <a:spcBef>
                <a:spcPts val="0"/>
              </a:spcBef>
              <a:spcAft>
                <a:spcPts val="0"/>
              </a:spcAft>
              <a:buSzPts val="4000"/>
              <a:buNone/>
              <a:defRPr sz="4000"/>
            </a:lvl1pPr>
            <a:lvl2pPr lvl="1" algn="l">
              <a:lnSpc>
                <a:spcPct val="100000"/>
              </a:lnSpc>
              <a:spcBef>
                <a:spcPts val="0"/>
              </a:spcBef>
              <a:spcAft>
                <a:spcPts val="0"/>
              </a:spcAft>
              <a:buSzPts val="4000"/>
              <a:buNone/>
              <a:defRPr sz="4000"/>
            </a:lvl2pPr>
            <a:lvl3pPr lvl="2" algn="l">
              <a:lnSpc>
                <a:spcPct val="100000"/>
              </a:lnSpc>
              <a:spcBef>
                <a:spcPts val="0"/>
              </a:spcBef>
              <a:spcAft>
                <a:spcPts val="0"/>
              </a:spcAft>
              <a:buSzPts val="4000"/>
              <a:buNone/>
              <a:defRPr sz="4000"/>
            </a:lvl3pPr>
            <a:lvl4pPr lvl="3" algn="l">
              <a:lnSpc>
                <a:spcPct val="100000"/>
              </a:lnSpc>
              <a:spcBef>
                <a:spcPts val="0"/>
              </a:spcBef>
              <a:spcAft>
                <a:spcPts val="0"/>
              </a:spcAft>
              <a:buSzPts val="4000"/>
              <a:buNone/>
              <a:defRPr sz="4000"/>
            </a:lvl4pPr>
            <a:lvl5pPr lvl="4" algn="l">
              <a:lnSpc>
                <a:spcPct val="100000"/>
              </a:lnSpc>
              <a:spcBef>
                <a:spcPts val="0"/>
              </a:spcBef>
              <a:spcAft>
                <a:spcPts val="0"/>
              </a:spcAft>
              <a:buSzPts val="4000"/>
              <a:buNone/>
              <a:defRPr sz="4000"/>
            </a:lvl5pPr>
            <a:lvl6pPr lvl="5" algn="l">
              <a:lnSpc>
                <a:spcPct val="100000"/>
              </a:lnSpc>
              <a:spcBef>
                <a:spcPts val="0"/>
              </a:spcBef>
              <a:spcAft>
                <a:spcPts val="0"/>
              </a:spcAft>
              <a:buSzPts val="4000"/>
              <a:buNone/>
              <a:defRPr sz="4000"/>
            </a:lvl6pPr>
            <a:lvl7pPr lvl="6" algn="l">
              <a:lnSpc>
                <a:spcPct val="100000"/>
              </a:lnSpc>
              <a:spcBef>
                <a:spcPts val="0"/>
              </a:spcBef>
              <a:spcAft>
                <a:spcPts val="0"/>
              </a:spcAft>
              <a:buSzPts val="4000"/>
              <a:buNone/>
              <a:defRPr sz="4000"/>
            </a:lvl7pPr>
            <a:lvl8pPr lvl="7" algn="l">
              <a:lnSpc>
                <a:spcPct val="100000"/>
              </a:lnSpc>
              <a:spcBef>
                <a:spcPts val="0"/>
              </a:spcBef>
              <a:spcAft>
                <a:spcPts val="0"/>
              </a:spcAft>
              <a:buSzPts val="4000"/>
              <a:buNone/>
              <a:defRPr sz="4000"/>
            </a:lvl8pPr>
            <a:lvl9pPr lvl="8" algn="l">
              <a:lnSpc>
                <a:spcPct val="100000"/>
              </a:lnSpc>
              <a:spcBef>
                <a:spcPts val="0"/>
              </a:spcBef>
              <a:spcAft>
                <a:spcPts val="0"/>
              </a:spcAft>
              <a:buSzPts val="4000"/>
              <a:buNone/>
              <a:defRPr sz="4000"/>
            </a:lvl9pPr>
          </a:lstStyle>
          <a:p/>
        </p:txBody>
      </p:sp>
      <p:sp>
        <p:nvSpPr>
          <p:cNvPr id="47" name="Google Shape;47;p40"/>
          <p:cNvSpPr txBox="1"/>
          <p:nvPr>
            <p:ph idx="1" type="body"/>
          </p:nvPr>
        </p:nvSpPr>
        <p:spPr>
          <a:xfrm>
            <a:off x="415600" y="1865867"/>
            <a:ext cx="3744000" cy="3713100"/>
          </a:xfrm>
          <a:prstGeom prst="rect">
            <a:avLst/>
          </a:prstGeom>
          <a:noFill/>
          <a:ln>
            <a:noFill/>
          </a:ln>
        </p:spPr>
        <p:txBody>
          <a:bodyPr anchorCtr="0" anchor="t" bIns="121900" lIns="121900" spcFirstLastPara="1" rIns="121900" wrap="square" tIns="121900">
            <a:normAutofit/>
          </a:bodyPr>
          <a:lstStyle>
            <a:lvl1pPr indent="-330200" lvl="0" marL="457200" algn="l">
              <a:lnSpc>
                <a:spcPct val="115000"/>
              </a:lnSpc>
              <a:spcBef>
                <a:spcPts val="0"/>
              </a:spcBef>
              <a:spcAft>
                <a:spcPts val="0"/>
              </a:spcAft>
              <a:buSzPts val="1600"/>
              <a:buChar char="●"/>
              <a:defRPr sz="1600"/>
            </a:lvl1pPr>
            <a:lvl2pPr indent="-330200" lvl="1" marL="914400" algn="l">
              <a:lnSpc>
                <a:spcPct val="115000"/>
              </a:lnSpc>
              <a:spcBef>
                <a:spcPts val="0"/>
              </a:spcBef>
              <a:spcAft>
                <a:spcPts val="0"/>
              </a:spcAft>
              <a:buSzPts val="1600"/>
              <a:buChar char="○"/>
              <a:defRPr sz="1600"/>
            </a:lvl2pPr>
            <a:lvl3pPr indent="-330200" lvl="2" marL="1371600" algn="l">
              <a:lnSpc>
                <a:spcPct val="115000"/>
              </a:lnSpc>
              <a:spcBef>
                <a:spcPts val="0"/>
              </a:spcBef>
              <a:spcAft>
                <a:spcPts val="0"/>
              </a:spcAft>
              <a:buSzPts val="1600"/>
              <a:buChar char="■"/>
              <a:defRPr sz="1600"/>
            </a:lvl3pPr>
            <a:lvl4pPr indent="-330200" lvl="3" marL="1828800" algn="l">
              <a:lnSpc>
                <a:spcPct val="115000"/>
              </a:lnSpc>
              <a:spcBef>
                <a:spcPts val="0"/>
              </a:spcBef>
              <a:spcAft>
                <a:spcPts val="0"/>
              </a:spcAft>
              <a:buSzPts val="1600"/>
              <a:buChar char="●"/>
              <a:defRPr sz="1600"/>
            </a:lvl4pPr>
            <a:lvl5pPr indent="-330200" lvl="4" marL="2286000" algn="l">
              <a:lnSpc>
                <a:spcPct val="115000"/>
              </a:lnSpc>
              <a:spcBef>
                <a:spcPts val="0"/>
              </a:spcBef>
              <a:spcAft>
                <a:spcPts val="0"/>
              </a:spcAft>
              <a:buSzPts val="1600"/>
              <a:buChar char="○"/>
              <a:defRPr sz="1600"/>
            </a:lvl5pPr>
            <a:lvl6pPr indent="-330200" lvl="5" marL="2743200" algn="l">
              <a:lnSpc>
                <a:spcPct val="115000"/>
              </a:lnSpc>
              <a:spcBef>
                <a:spcPts val="0"/>
              </a:spcBef>
              <a:spcAft>
                <a:spcPts val="0"/>
              </a:spcAft>
              <a:buSzPts val="1600"/>
              <a:buChar char="■"/>
              <a:defRPr sz="1600"/>
            </a:lvl6pPr>
            <a:lvl7pPr indent="-330200" lvl="6" marL="3200400" algn="l">
              <a:lnSpc>
                <a:spcPct val="115000"/>
              </a:lnSpc>
              <a:spcBef>
                <a:spcPts val="0"/>
              </a:spcBef>
              <a:spcAft>
                <a:spcPts val="0"/>
              </a:spcAft>
              <a:buSzPts val="1600"/>
              <a:buChar char="●"/>
              <a:defRPr sz="1600"/>
            </a:lvl7pPr>
            <a:lvl8pPr indent="-330200" lvl="7" marL="3657600" algn="l">
              <a:lnSpc>
                <a:spcPct val="115000"/>
              </a:lnSpc>
              <a:spcBef>
                <a:spcPts val="0"/>
              </a:spcBef>
              <a:spcAft>
                <a:spcPts val="0"/>
              </a:spcAft>
              <a:buSzPts val="1600"/>
              <a:buChar char="○"/>
              <a:defRPr sz="1600"/>
            </a:lvl8pPr>
            <a:lvl9pPr indent="-330200" lvl="8" marL="4114800" algn="l">
              <a:lnSpc>
                <a:spcPct val="115000"/>
              </a:lnSpc>
              <a:spcBef>
                <a:spcPts val="0"/>
              </a:spcBef>
              <a:spcAft>
                <a:spcPts val="0"/>
              </a:spcAft>
              <a:buSzPts val="1600"/>
              <a:buChar char="■"/>
              <a:defRPr sz="1600"/>
            </a:lvl9pPr>
          </a:lstStyle>
          <a:p/>
        </p:txBody>
      </p:sp>
      <p:sp>
        <p:nvSpPr>
          <p:cNvPr id="48" name="Google Shape;48;p40"/>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rm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Economica"/>
                <a:ea typeface="Economica"/>
                <a:cs typeface="Economica"/>
                <a:sym typeface="Economica"/>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Economica"/>
                <a:ea typeface="Economica"/>
                <a:cs typeface="Economica"/>
                <a:sym typeface="Economica"/>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Economica"/>
                <a:ea typeface="Economica"/>
                <a:cs typeface="Economica"/>
                <a:sym typeface="Economica"/>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Economica"/>
                <a:ea typeface="Economica"/>
                <a:cs typeface="Economica"/>
                <a:sym typeface="Economica"/>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Economica"/>
                <a:ea typeface="Economica"/>
                <a:cs typeface="Economica"/>
                <a:sym typeface="Economica"/>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Economica"/>
                <a:ea typeface="Economica"/>
                <a:cs typeface="Economica"/>
                <a:sym typeface="Economica"/>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Economica"/>
                <a:ea typeface="Economica"/>
                <a:cs typeface="Economica"/>
                <a:sym typeface="Economica"/>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Economica"/>
                <a:ea typeface="Economica"/>
                <a:cs typeface="Economica"/>
                <a:sym typeface="Economica"/>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Economica"/>
                <a:ea typeface="Economica"/>
                <a:cs typeface="Economica"/>
                <a:sym typeface="Economica"/>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49" name="Shape 49"/>
        <p:cNvGrpSpPr/>
        <p:nvPr/>
      </p:nvGrpSpPr>
      <p:grpSpPr>
        <a:xfrm>
          <a:off x="0" y="0"/>
          <a:ext cx="0" cy="0"/>
          <a:chOff x="0" y="0"/>
          <a:chExt cx="0" cy="0"/>
        </a:xfrm>
      </p:grpSpPr>
      <p:sp>
        <p:nvSpPr>
          <p:cNvPr id="50" name="Google Shape;50;p41"/>
          <p:cNvSpPr/>
          <p:nvPr/>
        </p:nvSpPr>
        <p:spPr>
          <a:xfrm>
            <a:off x="0" y="6727600"/>
            <a:ext cx="12192000" cy="130500"/>
          </a:xfrm>
          <a:prstGeom prst="rect">
            <a:avLst/>
          </a:prstGeom>
          <a:solidFill>
            <a:schemeClr val="lt2"/>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 name="Google Shape;51;p41"/>
          <p:cNvSpPr txBox="1"/>
          <p:nvPr>
            <p:ph type="title"/>
          </p:nvPr>
        </p:nvSpPr>
        <p:spPr>
          <a:xfrm>
            <a:off x="653667" y="600200"/>
            <a:ext cx="7838400" cy="5454300"/>
          </a:xfrm>
          <a:prstGeom prst="rect">
            <a:avLst/>
          </a:prstGeom>
          <a:noFill/>
          <a:ln>
            <a:noFill/>
          </a:ln>
        </p:spPr>
        <p:txBody>
          <a:bodyPr anchorCtr="0" anchor="ctr" bIns="121900" lIns="121900" spcFirstLastPara="1" rIns="121900" wrap="square" tIns="121900">
            <a:normAutofit/>
          </a:bodyPr>
          <a:lstStyle>
            <a:lvl1pPr lvl="0" algn="l">
              <a:lnSpc>
                <a:spcPct val="100000"/>
              </a:lnSpc>
              <a:spcBef>
                <a:spcPts val="0"/>
              </a:spcBef>
              <a:spcAft>
                <a:spcPts val="0"/>
              </a:spcAft>
              <a:buSzPts val="6400"/>
              <a:buNone/>
              <a:defRPr sz="6400"/>
            </a:lvl1pPr>
            <a:lvl2pPr lvl="1" algn="l">
              <a:lnSpc>
                <a:spcPct val="100000"/>
              </a:lnSpc>
              <a:spcBef>
                <a:spcPts val="0"/>
              </a:spcBef>
              <a:spcAft>
                <a:spcPts val="0"/>
              </a:spcAft>
              <a:buSzPts val="6400"/>
              <a:buNone/>
              <a:defRPr sz="6400"/>
            </a:lvl2pPr>
            <a:lvl3pPr lvl="2" algn="l">
              <a:lnSpc>
                <a:spcPct val="100000"/>
              </a:lnSpc>
              <a:spcBef>
                <a:spcPts val="0"/>
              </a:spcBef>
              <a:spcAft>
                <a:spcPts val="0"/>
              </a:spcAft>
              <a:buSzPts val="6400"/>
              <a:buNone/>
              <a:defRPr sz="6400"/>
            </a:lvl3pPr>
            <a:lvl4pPr lvl="3" algn="l">
              <a:lnSpc>
                <a:spcPct val="100000"/>
              </a:lnSpc>
              <a:spcBef>
                <a:spcPts val="0"/>
              </a:spcBef>
              <a:spcAft>
                <a:spcPts val="0"/>
              </a:spcAft>
              <a:buSzPts val="6400"/>
              <a:buNone/>
              <a:defRPr sz="6400"/>
            </a:lvl4pPr>
            <a:lvl5pPr lvl="4" algn="l">
              <a:lnSpc>
                <a:spcPct val="100000"/>
              </a:lnSpc>
              <a:spcBef>
                <a:spcPts val="0"/>
              </a:spcBef>
              <a:spcAft>
                <a:spcPts val="0"/>
              </a:spcAft>
              <a:buSzPts val="6400"/>
              <a:buNone/>
              <a:defRPr sz="6400"/>
            </a:lvl5pPr>
            <a:lvl6pPr lvl="5" algn="l">
              <a:lnSpc>
                <a:spcPct val="100000"/>
              </a:lnSpc>
              <a:spcBef>
                <a:spcPts val="0"/>
              </a:spcBef>
              <a:spcAft>
                <a:spcPts val="0"/>
              </a:spcAft>
              <a:buSzPts val="6400"/>
              <a:buNone/>
              <a:defRPr sz="6400"/>
            </a:lvl6pPr>
            <a:lvl7pPr lvl="6" algn="l">
              <a:lnSpc>
                <a:spcPct val="100000"/>
              </a:lnSpc>
              <a:spcBef>
                <a:spcPts val="0"/>
              </a:spcBef>
              <a:spcAft>
                <a:spcPts val="0"/>
              </a:spcAft>
              <a:buSzPts val="6400"/>
              <a:buNone/>
              <a:defRPr sz="6400"/>
            </a:lvl7pPr>
            <a:lvl8pPr lvl="7" algn="l">
              <a:lnSpc>
                <a:spcPct val="100000"/>
              </a:lnSpc>
              <a:spcBef>
                <a:spcPts val="0"/>
              </a:spcBef>
              <a:spcAft>
                <a:spcPts val="0"/>
              </a:spcAft>
              <a:buSzPts val="6400"/>
              <a:buNone/>
              <a:defRPr sz="6400"/>
            </a:lvl8pPr>
            <a:lvl9pPr lvl="8" algn="l">
              <a:lnSpc>
                <a:spcPct val="100000"/>
              </a:lnSpc>
              <a:spcBef>
                <a:spcPts val="0"/>
              </a:spcBef>
              <a:spcAft>
                <a:spcPts val="0"/>
              </a:spcAft>
              <a:buSzPts val="6400"/>
              <a:buNone/>
              <a:defRPr sz="6400"/>
            </a:lvl9pPr>
          </a:lstStyle>
          <a:p/>
        </p:txBody>
      </p:sp>
      <p:sp>
        <p:nvSpPr>
          <p:cNvPr id="52" name="Google Shape;52;p41"/>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rm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Economica"/>
                <a:ea typeface="Economica"/>
                <a:cs typeface="Economica"/>
                <a:sym typeface="Economica"/>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Economica"/>
                <a:ea typeface="Economica"/>
                <a:cs typeface="Economica"/>
                <a:sym typeface="Economica"/>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Economica"/>
                <a:ea typeface="Economica"/>
                <a:cs typeface="Economica"/>
                <a:sym typeface="Economica"/>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Economica"/>
                <a:ea typeface="Economica"/>
                <a:cs typeface="Economica"/>
                <a:sym typeface="Economica"/>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Economica"/>
                <a:ea typeface="Economica"/>
                <a:cs typeface="Economica"/>
                <a:sym typeface="Economica"/>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Economica"/>
                <a:ea typeface="Economica"/>
                <a:cs typeface="Economica"/>
                <a:sym typeface="Economica"/>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Economica"/>
                <a:ea typeface="Economica"/>
                <a:cs typeface="Economica"/>
                <a:sym typeface="Economica"/>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Economica"/>
                <a:ea typeface="Economica"/>
                <a:cs typeface="Economica"/>
                <a:sym typeface="Economica"/>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Economica"/>
                <a:ea typeface="Economica"/>
                <a:cs typeface="Economica"/>
                <a:sym typeface="Economica"/>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53" name="Shape 53"/>
        <p:cNvGrpSpPr/>
        <p:nvPr/>
      </p:nvGrpSpPr>
      <p:grpSpPr>
        <a:xfrm>
          <a:off x="0" y="0"/>
          <a:ext cx="0" cy="0"/>
          <a:chOff x="0" y="0"/>
          <a:chExt cx="0" cy="0"/>
        </a:xfrm>
      </p:grpSpPr>
      <p:sp>
        <p:nvSpPr>
          <p:cNvPr id="54" name="Google Shape;54;p42"/>
          <p:cNvSpPr/>
          <p:nvPr/>
        </p:nvSpPr>
        <p:spPr>
          <a:xfrm>
            <a:off x="6096000" y="-33"/>
            <a:ext cx="6096000" cy="6858000"/>
          </a:xfrm>
          <a:prstGeom prst="rect">
            <a:avLst/>
          </a:prstGeom>
          <a:solidFill>
            <a:schemeClr val="lt2"/>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55" name="Google Shape;55;p42"/>
          <p:cNvCxnSpPr/>
          <p:nvPr/>
        </p:nvCxnSpPr>
        <p:spPr>
          <a:xfrm>
            <a:off x="6706233" y="5994000"/>
            <a:ext cx="624300" cy="0"/>
          </a:xfrm>
          <a:prstGeom prst="straightConnector1">
            <a:avLst/>
          </a:prstGeom>
          <a:noFill/>
          <a:ln cap="flat" cmpd="sng" w="25400">
            <a:solidFill>
              <a:schemeClr val="lt1"/>
            </a:solidFill>
            <a:prstDash val="solid"/>
            <a:round/>
            <a:headEnd len="sm" w="sm" type="none"/>
            <a:tailEnd len="sm" w="sm" type="none"/>
          </a:ln>
        </p:spPr>
      </p:cxnSp>
      <p:sp>
        <p:nvSpPr>
          <p:cNvPr id="56" name="Google Shape;56;p42"/>
          <p:cNvSpPr txBox="1"/>
          <p:nvPr>
            <p:ph type="title"/>
          </p:nvPr>
        </p:nvSpPr>
        <p:spPr>
          <a:xfrm>
            <a:off x="354000" y="1239033"/>
            <a:ext cx="5393700" cy="2381700"/>
          </a:xfrm>
          <a:prstGeom prst="rect">
            <a:avLst/>
          </a:prstGeom>
          <a:noFill/>
          <a:ln>
            <a:noFill/>
          </a:ln>
        </p:spPr>
        <p:txBody>
          <a:bodyPr anchorCtr="0" anchor="b" bIns="121900" lIns="121900" spcFirstLastPara="1" rIns="121900" wrap="square" tIns="121900">
            <a:normAutofit/>
          </a:bodyPr>
          <a:lstStyle>
            <a:lvl1pPr lvl="0" algn="ctr">
              <a:lnSpc>
                <a:spcPct val="100000"/>
              </a:lnSpc>
              <a:spcBef>
                <a:spcPts val="0"/>
              </a:spcBef>
              <a:spcAft>
                <a:spcPts val="0"/>
              </a:spcAft>
              <a:buClr>
                <a:schemeClr val="lt2"/>
              </a:buClr>
              <a:buSzPts val="5600"/>
              <a:buNone/>
              <a:defRPr>
                <a:solidFill>
                  <a:schemeClr val="lt2"/>
                </a:solidFill>
              </a:defRPr>
            </a:lvl1pPr>
            <a:lvl2pPr lvl="1" algn="ctr">
              <a:lnSpc>
                <a:spcPct val="100000"/>
              </a:lnSpc>
              <a:spcBef>
                <a:spcPts val="0"/>
              </a:spcBef>
              <a:spcAft>
                <a:spcPts val="0"/>
              </a:spcAft>
              <a:buClr>
                <a:schemeClr val="lt2"/>
              </a:buClr>
              <a:buSzPts val="5600"/>
              <a:buNone/>
              <a:defRPr>
                <a:solidFill>
                  <a:schemeClr val="lt2"/>
                </a:solidFill>
              </a:defRPr>
            </a:lvl2pPr>
            <a:lvl3pPr lvl="2" algn="ctr">
              <a:lnSpc>
                <a:spcPct val="100000"/>
              </a:lnSpc>
              <a:spcBef>
                <a:spcPts val="0"/>
              </a:spcBef>
              <a:spcAft>
                <a:spcPts val="0"/>
              </a:spcAft>
              <a:buClr>
                <a:schemeClr val="lt2"/>
              </a:buClr>
              <a:buSzPts val="5600"/>
              <a:buNone/>
              <a:defRPr>
                <a:solidFill>
                  <a:schemeClr val="lt2"/>
                </a:solidFill>
              </a:defRPr>
            </a:lvl3pPr>
            <a:lvl4pPr lvl="3" algn="ctr">
              <a:lnSpc>
                <a:spcPct val="100000"/>
              </a:lnSpc>
              <a:spcBef>
                <a:spcPts val="0"/>
              </a:spcBef>
              <a:spcAft>
                <a:spcPts val="0"/>
              </a:spcAft>
              <a:buClr>
                <a:schemeClr val="lt2"/>
              </a:buClr>
              <a:buSzPts val="5600"/>
              <a:buNone/>
              <a:defRPr>
                <a:solidFill>
                  <a:schemeClr val="lt2"/>
                </a:solidFill>
              </a:defRPr>
            </a:lvl4pPr>
            <a:lvl5pPr lvl="4" algn="ctr">
              <a:lnSpc>
                <a:spcPct val="100000"/>
              </a:lnSpc>
              <a:spcBef>
                <a:spcPts val="0"/>
              </a:spcBef>
              <a:spcAft>
                <a:spcPts val="0"/>
              </a:spcAft>
              <a:buClr>
                <a:schemeClr val="lt2"/>
              </a:buClr>
              <a:buSzPts val="5600"/>
              <a:buNone/>
              <a:defRPr>
                <a:solidFill>
                  <a:schemeClr val="lt2"/>
                </a:solidFill>
              </a:defRPr>
            </a:lvl5pPr>
            <a:lvl6pPr lvl="5" algn="ctr">
              <a:lnSpc>
                <a:spcPct val="100000"/>
              </a:lnSpc>
              <a:spcBef>
                <a:spcPts val="0"/>
              </a:spcBef>
              <a:spcAft>
                <a:spcPts val="0"/>
              </a:spcAft>
              <a:buClr>
                <a:schemeClr val="lt2"/>
              </a:buClr>
              <a:buSzPts val="5600"/>
              <a:buNone/>
              <a:defRPr>
                <a:solidFill>
                  <a:schemeClr val="lt2"/>
                </a:solidFill>
              </a:defRPr>
            </a:lvl6pPr>
            <a:lvl7pPr lvl="6" algn="ctr">
              <a:lnSpc>
                <a:spcPct val="100000"/>
              </a:lnSpc>
              <a:spcBef>
                <a:spcPts val="0"/>
              </a:spcBef>
              <a:spcAft>
                <a:spcPts val="0"/>
              </a:spcAft>
              <a:buClr>
                <a:schemeClr val="lt2"/>
              </a:buClr>
              <a:buSzPts val="5600"/>
              <a:buNone/>
              <a:defRPr>
                <a:solidFill>
                  <a:schemeClr val="lt2"/>
                </a:solidFill>
              </a:defRPr>
            </a:lvl7pPr>
            <a:lvl8pPr lvl="7" algn="ctr">
              <a:lnSpc>
                <a:spcPct val="100000"/>
              </a:lnSpc>
              <a:spcBef>
                <a:spcPts val="0"/>
              </a:spcBef>
              <a:spcAft>
                <a:spcPts val="0"/>
              </a:spcAft>
              <a:buClr>
                <a:schemeClr val="lt2"/>
              </a:buClr>
              <a:buSzPts val="5600"/>
              <a:buNone/>
              <a:defRPr>
                <a:solidFill>
                  <a:schemeClr val="lt2"/>
                </a:solidFill>
              </a:defRPr>
            </a:lvl8pPr>
            <a:lvl9pPr lvl="8" algn="ctr">
              <a:lnSpc>
                <a:spcPct val="100000"/>
              </a:lnSpc>
              <a:spcBef>
                <a:spcPts val="0"/>
              </a:spcBef>
              <a:spcAft>
                <a:spcPts val="0"/>
              </a:spcAft>
              <a:buClr>
                <a:schemeClr val="lt2"/>
              </a:buClr>
              <a:buSzPts val="5600"/>
              <a:buNone/>
              <a:defRPr>
                <a:solidFill>
                  <a:schemeClr val="lt2"/>
                </a:solidFill>
              </a:defRPr>
            </a:lvl9pPr>
          </a:lstStyle>
          <a:p/>
        </p:txBody>
      </p:sp>
      <p:sp>
        <p:nvSpPr>
          <p:cNvPr id="57" name="Google Shape;57;p42"/>
          <p:cNvSpPr txBox="1"/>
          <p:nvPr>
            <p:ph idx="1" type="subTitle"/>
          </p:nvPr>
        </p:nvSpPr>
        <p:spPr>
          <a:xfrm>
            <a:off x="354000" y="3692001"/>
            <a:ext cx="5393700" cy="2098800"/>
          </a:xfrm>
          <a:prstGeom prst="rect">
            <a:avLst/>
          </a:prstGeom>
          <a:noFill/>
          <a:ln>
            <a:noFill/>
          </a:ln>
        </p:spPr>
        <p:txBody>
          <a:bodyPr anchorCtr="0" anchor="t" bIns="121900" lIns="121900" spcFirstLastPara="1" rIns="121900" wrap="square" tIns="121900">
            <a:normAutofit/>
          </a:bodyPr>
          <a:lstStyle>
            <a:lvl1pPr lvl="0" algn="ctr">
              <a:lnSpc>
                <a:spcPct val="100000"/>
              </a:lnSpc>
              <a:spcBef>
                <a:spcPts val="0"/>
              </a:spcBef>
              <a:spcAft>
                <a:spcPts val="0"/>
              </a:spcAft>
              <a:buSzPts val="3200"/>
              <a:buFont typeface="Economica"/>
              <a:buNone/>
              <a:defRPr sz="3200">
                <a:latin typeface="Economica"/>
                <a:ea typeface="Economica"/>
                <a:cs typeface="Economica"/>
                <a:sym typeface="Economica"/>
              </a:defRPr>
            </a:lvl1pPr>
            <a:lvl2pPr lvl="1" algn="ctr">
              <a:lnSpc>
                <a:spcPct val="100000"/>
              </a:lnSpc>
              <a:spcBef>
                <a:spcPts val="0"/>
              </a:spcBef>
              <a:spcAft>
                <a:spcPts val="0"/>
              </a:spcAft>
              <a:buSzPts val="3200"/>
              <a:buFont typeface="Economica"/>
              <a:buNone/>
              <a:defRPr sz="3200">
                <a:latin typeface="Economica"/>
                <a:ea typeface="Economica"/>
                <a:cs typeface="Economica"/>
                <a:sym typeface="Economica"/>
              </a:defRPr>
            </a:lvl2pPr>
            <a:lvl3pPr lvl="2" algn="ctr">
              <a:lnSpc>
                <a:spcPct val="100000"/>
              </a:lnSpc>
              <a:spcBef>
                <a:spcPts val="0"/>
              </a:spcBef>
              <a:spcAft>
                <a:spcPts val="0"/>
              </a:spcAft>
              <a:buSzPts val="3200"/>
              <a:buFont typeface="Economica"/>
              <a:buNone/>
              <a:defRPr sz="3200">
                <a:latin typeface="Economica"/>
                <a:ea typeface="Economica"/>
                <a:cs typeface="Economica"/>
                <a:sym typeface="Economica"/>
              </a:defRPr>
            </a:lvl3pPr>
            <a:lvl4pPr lvl="3" algn="ctr">
              <a:lnSpc>
                <a:spcPct val="100000"/>
              </a:lnSpc>
              <a:spcBef>
                <a:spcPts val="0"/>
              </a:spcBef>
              <a:spcAft>
                <a:spcPts val="0"/>
              </a:spcAft>
              <a:buSzPts val="3200"/>
              <a:buFont typeface="Economica"/>
              <a:buNone/>
              <a:defRPr sz="3200">
                <a:latin typeface="Economica"/>
                <a:ea typeface="Economica"/>
                <a:cs typeface="Economica"/>
                <a:sym typeface="Economica"/>
              </a:defRPr>
            </a:lvl4pPr>
            <a:lvl5pPr lvl="4" algn="ctr">
              <a:lnSpc>
                <a:spcPct val="100000"/>
              </a:lnSpc>
              <a:spcBef>
                <a:spcPts val="0"/>
              </a:spcBef>
              <a:spcAft>
                <a:spcPts val="0"/>
              </a:spcAft>
              <a:buSzPts val="3200"/>
              <a:buFont typeface="Economica"/>
              <a:buNone/>
              <a:defRPr sz="3200">
                <a:latin typeface="Economica"/>
                <a:ea typeface="Economica"/>
                <a:cs typeface="Economica"/>
                <a:sym typeface="Economica"/>
              </a:defRPr>
            </a:lvl5pPr>
            <a:lvl6pPr lvl="5" algn="ctr">
              <a:lnSpc>
                <a:spcPct val="100000"/>
              </a:lnSpc>
              <a:spcBef>
                <a:spcPts val="0"/>
              </a:spcBef>
              <a:spcAft>
                <a:spcPts val="0"/>
              </a:spcAft>
              <a:buSzPts val="3200"/>
              <a:buFont typeface="Economica"/>
              <a:buNone/>
              <a:defRPr sz="3200">
                <a:latin typeface="Economica"/>
                <a:ea typeface="Economica"/>
                <a:cs typeface="Economica"/>
                <a:sym typeface="Economica"/>
              </a:defRPr>
            </a:lvl6pPr>
            <a:lvl7pPr lvl="6" algn="ctr">
              <a:lnSpc>
                <a:spcPct val="100000"/>
              </a:lnSpc>
              <a:spcBef>
                <a:spcPts val="0"/>
              </a:spcBef>
              <a:spcAft>
                <a:spcPts val="0"/>
              </a:spcAft>
              <a:buSzPts val="3200"/>
              <a:buFont typeface="Economica"/>
              <a:buNone/>
              <a:defRPr sz="3200">
                <a:latin typeface="Economica"/>
                <a:ea typeface="Economica"/>
                <a:cs typeface="Economica"/>
                <a:sym typeface="Economica"/>
              </a:defRPr>
            </a:lvl7pPr>
            <a:lvl8pPr lvl="7" algn="ctr">
              <a:lnSpc>
                <a:spcPct val="100000"/>
              </a:lnSpc>
              <a:spcBef>
                <a:spcPts val="0"/>
              </a:spcBef>
              <a:spcAft>
                <a:spcPts val="0"/>
              </a:spcAft>
              <a:buSzPts val="3200"/>
              <a:buFont typeface="Economica"/>
              <a:buNone/>
              <a:defRPr sz="3200">
                <a:latin typeface="Economica"/>
                <a:ea typeface="Economica"/>
                <a:cs typeface="Economica"/>
                <a:sym typeface="Economica"/>
              </a:defRPr>
            </a:lvl8pPr>
            <a:lvl9pPr lvl="8" algn="ctr">
              <a:lnSpc>
                <a:spcPct val="100000"/>
              </a:lnSpc>
              <a:spcBef>
                <a:spcPts val="0"/>
              </a:spcBef>
              <a:spcAft>
                <a:spcPts val="0"/>
              </a:spcAft>
              <a:buSzPts val="3200"/>
              <a:buFont typeface="Economica"/>
              <a:buNone/>
              <a:defRPr sz="3200">
                <a:latin typeface="Economica"/>
                <a:ea typeface="Economica"/>
                <a:cs typeface="Economica"/>
                <a:sym typeface="Economica"/>
              </a:defRPr>
            </a:lvl9pPr>
          </a:lstStyle>
          <a:p/>
        </p:txBody>
      </p:sp>
      <p:sp>
        <p:nvSpPr>
          <p:cNvPr id="58" name="Google Shape;58;p42"/>
          <p:cNvSpPr txBox="1"/>
          <p:nvPr>
            <p:ph idx="2" type="body"/>
          </p:nvPr>
        </p:nvSpPr>
        <p:spPr>
          <a:xfrm>
            <a:off x="6586000" y="965600"/>
            <a:ext cx="5115900" cy="4926900"/>
          </a:xfrm>
          <a:prstGeom prst="rect">
            <a:avLst/>
          </a:prstGeom>
          <a:noFill/>
          <a:ln>
            <a:noFill/>
          </a:ln>
        </p:spPr>
        <p:txBody>
          <a:bodyPr anchorCtr="0" anchor="ctr" bIns="121900" lIns="121900" spcFirstLastPara="1" rIns="121900" wrap="square" tIns="121900">
            <a:normAutofit/>
          </a:bodyPr>
          <a:lstStyle>
            <a:lvl1pPr indent="-381000" lvl="0" marL="457200" algn="l">
              <a:lnSpc>
                <a:spcPct val="115000"/>
              </a:lnSpc>
              <a:spcBef>
                <a:spcPts val="0"/>
              </a:spcBef>
              <a:spcAft>
                <a:spcPts val="0"/>
              </a:spcAft>
              <a:buClr>
                <a:schemeClr val="lt1"/>
              </a:buClr>
              <a:buSzPts val="2400"/>
              <a:buChar char="●"/>
              <a:defRPr>
                <a:solidFill>
                  <a:schemeClr val="lt1"/>
                </a:solidFill>
              </a:defRPr>
            </a:lvl1pPr>
            <a:lvl2pPr indent="-349250" lvl="1" marL="914400" algn="l">
              <a:lnSpc>
                <a:spcPct val="115000"/>
              </a:lnSpc>
              <a:spcBef>
                <a:spcPts val="0"/>
              </a:spcBef>
              <a:spcAft>
                <a:spcPts val="0"/>
              </a:spcAft>
              <a:buClr>
                <a:schemeClr val="lt1"/>
              </a:buClr>
              <a:buSzPts val="1900"/>
              <a:buChar char="○"/>
              <a:defRPr>
                <a:solidFill>
                  <a:schemeClr val="lt1"/>
                </a:solidFill>
              </a:defRPr>
            </a:lvl2pPr>
            <a:lvl3pPr indent="-349250" lvl="2" marL="1371600" algn="l">
              <a:lnSpc>
                <a:spcPct val="115000"/>
              </a:lnSpc>
              <a:spcBef>
                <a:spcPts val="0"/>
              </a:spcBef>
              <a:spcAft>
                <a:spcPts val="0"/>
              </a:spcAft>
              <a:buClr>
                <a:schemeClr val="lt1"/>
              </a:buClr>
              <a:buSzPts val="1900"/>
              <a:buChar char="■"/>
              <a:defRPr>
                <a:solidFill>
                  <a:schemeClr val="lt1"/>
                </a:solidFill>
              </a:defRPr>
            </a:lvl3pPr>
            <a:lvl4pPr indent="-349250" lvl="3" marL="1828800" algn="l">
              <a:lnSpc>
                <a:spcPct val="115000"/>
              </a:lnSpc>
              <a:spcBef>
                <a:spcPts val="0"/>
              </a:spcBef>
              <a:spcAft>
                <a:spcPts val="0"/>
              </a:spcAft>
              <a:buClr>
                <a:schemeClr val="lt1"/>
              </a:buClr>
              <a:buSzPts val="1900"/>
              <a:buChar char="●"/>
              <a:defRPr>
                <a:solidFill>
                  <a:schemeClr val="lt1"/>
                </a:solidFill>
              </a:defRPr>
            </a:lvl4pPr>
            <a:lvl5pPr indent="-349250" lvl="4" marL="2286000" algn="l">
              <a:lnSpc>
                <a:spcPct val="115000"/>
              </a:lnSpc>
              <a:spcBef>
                <a:spcPts val="0"/>
              </a:spcBef>
              <a:spcAft>
                <a:spcPts val="0"/>
              </a:spcAft>
              <a:buClr>
                <a:schemeClr val="lt1"/>
              </a:buClr>
              <a:buSzPts val="1900"/>
              <a:buChar char="○"/>
              <a:defRPr>
                <a:solidFill>
                  <a:schemeClr val="lt1"/>
                </a:solidFill>
              </a:defRPr>
            </a:lvl5pPr>
            <a:lvl6pPr indent="-349250" lvl="5" marL="2743200" algn="l">
              <a:lnSpc>
                <a:spcPct val="115000"/>
              </a:lnSpc>
              <a:spcBef>
                <a:spcPts val="0"/>
              </a:spcBef>
              <a:spcAft>
                <a:spcPts val="0"/>
              </a:spcAft>
              <a:buClr>
                <a:schemeClr val="lt1"/>
              </a:buClr>
              <a:buSzPts val="1900"/>
              <a:buChar char="■"/>
              <a:defRPr>
                <a:solidFill>
                  <a:schemeClr val="lt1"/>
                </a:solidFill>
              </a:defRPr>
            </a:lvl6pPr>
            <a:lvl7pPr indent="-349250" lvl="6" marL="3200400" algn="l">
              <a:lnSpc>
                <a:spcPct val="115000"/>
              </a:lnSpc>
              <a:spcBef>
                <a:spcPts val="0"/>
              </a:spcBef>
              <a:spcAft>
                <a:spcPts val="0"/>
              </a:spcAft>
              <a:buClr>
                <a:schemeClr val="lt1"/>
              </a:buClr>
              <a:buSzPts val="1900"/>
              <a:buChar char="●"/>
              <a:defRPr>
                <a:solidFill>
                  <a:schemeClr val="lt1"/>
                </a:solidFill>
              </a:defRPr>
            </a:lvl7pPr>
            <a:lvl8pPr indent="-349250" lvl="7" marL="3657600" algn="l">
              <a:lnSpc>
                <a:spcPct val="115000"/>
              </a:lnSpc>
              <a:spcBef>
                <a:spcPts val="0"/>
              </a:spcBef>
              <a:spcAft>
                <a:spcPts val="0"/>
              </a:spcAft>
              <a:buClr>
                <a:schemeClr val="lt1"/>
              </a:buClr>
              <a:buSzPts val="1900"/>
              <a:buChar char="○"/>
              <a:defRPr>
                <a:solidFill>
                  <a:schemeClr val="lt1"/>
                </a:solidFill>
              </a:defRPr>
            </a:lvl8pPr>
            <a:lvl9pPr indent="-349250" lvl="8" marL="4114800" algn="l">
              <a:lnSpc>
                <a:spcPct val="115000"/>
              </a:lnSpc>
              <a:spcBef>
                <a:spcPts val="0"/>
              </a:spcBef>
              <a:spcAft>
                <a:spcPts val="0"/>
              </a:spcAft>
              <a:buClr>
                <a:schemeClr val="lt1"/>
              </a:buClr>
              <a:buSzPts val="1900"/>
              <a:buChar char="■"/>
              <a:defRPr>
                <a:solidFill>
                  <a:schemeClr val="lt1"/>
                </a:solidFill>
              </a:defRPr>
            </a:lvl9pPr>
          </a:lstStyle>
          <a:p/>
        </p:txBody>
      </p:sp>
      <p:sp>
        <p:nvSpPr>
          <p:cNvPr id="59" name="Google Shape;59;p42"/>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rm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Economica"/>
                <a:ea typeface="Economica"/>
                <a:cs typeface="Economica"/>
                <a:sym typeface="Economica"/>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Economica"/>
                <a:ea typeface="Economica"/>
                <a:cs typeface="Economica"/>
                <a:sym typeface="Economica"/>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Economica"/>
                <a:ea typeface="Economica"/>
                <a:cs typeface="Economica"/>
                <a:sym typeface="Economica"/>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Economica"/>
                <a:ea typeface="Economica"/>
                <a:cs typeface="Economica"/>
                <a:sym typeface="Economica"/>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Economica"/>
                <a:ea typeface="Economica"/>
                <a:cs typeface="Economica"/>
                <a:sym typeface="Economica"/>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Economica"/>
                <a:ea typeface="Economica"/>
                <a:cs typeface="Economica"/>
                <a:sym typeface="Economica"/>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Economica"/>
                <a:ea typeface="Economica"/>
                <a:cs typeface="Economica"/>
                <a:sym typeface="Economica"/>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Economica"/>
                <a:ea typeface="Economica"/>
                <a:cs typeface="Economica"/>
                <a:sym typeface="Economica"/>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Economica"/>
                <a:ea typeface="Economica"/>
                <a:cs typeface="Economica"/>
                <a:sym typeface="Economica"/>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60" name="Shape 60"/>
        <p:cNvGrpSpPr/>
        <p:nvPr/>
      </p:nvGrpSpPr>
      <p:grpSpPr>
        <a:xfrm>
          <a:off x="0" y="0"/>
          <a:ext cx="0" cy="0"/>
          <a:chOff x="0" y="0"/>
          <a:chExt cx="0" cy="0"/>
        </a:xfrm>
      </p:grpSpPr>
      <p:sp>
        <p:nvSpPr>
          <p:cNvPr id="61" name="Google Shape;61;p43"/>
          <p:cNvSpPr txBox="1"/>
          <p:nvPr>
            <p:ph idx="1" type="body"/>
          </p:nvPr>
        </p:nvSpPr>
        <p:spPr>
          <a:xfrm>
            <a:off x="426000" y="5625233"/>
            <a:ext cx="7998300" cy="798300"/>
          </a:xfrm>
          <a:prstGeom prst="rect">
            <a:avLst/>
          </a:prstGeom>
          <a:noFill/>
          <a:ln>
            <a:noFill/>
          </a:ln>
        </p:spPr>
        <p:txBody>
          <a:bodyPr anchorCtr="0" anchor="ctr" bIns="121900" lIns="121900" spcFirstLastPara="1" rIns="121900" wrap="square" tIns="121900">
            <a:normAutofit/>
          </a:bodyPr>
          <a:lstStyle>
            <a:lvl1pPr indent="-228600" lvl="0" marL="457200" algn="l">
              <a:lnSpc>
                <a:spcPct val="100000"/>
              </a:lnSpc>
              <a:spcBef>
                <a:spcPts val="0"/>
              </a:spcBef>
              <a:spcAft>
                <a:spcPts val="0"/>
              </a:spcAft>
              <a:buSzPts val="3200"/>
              <a:buFont typeface="Economica"/>
              <a:buNone/>
              <a:defRPr sz="3200">
                <a:latin typeface="Economica"/>
                <a:ea typeface="Economica"/>
                <a:cs typeface="Economica"/>
                <a:sym typeface="Economica"/>
              </a:defRPr>
            </a:lvl1pPr>
          </a:lstStyle>
          <a:p/>
        </p:txBody>
      </p:sp>
      <p:sp>
        <p:nvSpPr>
          <p:cNvPr id="62" name="Google Shape;62;p43"/>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rm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Economica"/>
                <a:ea typeface="Economica"/>
                <a:cs typeface="Economica"/>
                <a:sym typeface="Economica"/>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Economica"/>
                <a:ea typeface="Economica"/>
                <a:cs typeface="Economica"/>
                <a:sym typeface="Economica"/>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Economica"/>
                <a:ea typeface="Economica"/>
                <a:cs typeface="Economica"/>
                <a:sym typeface="Economica"/>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Economica"/>
                <a:ea typeface="Economica"/>
                <a:cs typeface="Economica"/>
                <a:sym typeface="Economica"/>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Economica"/>
                <a:ea typeface="Economica"/>
                <a:cs typeface="Economica"/>
                <a:sym typeface="Economica"/>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Economica"/>
                <a:ea typeface="Economica"/>
                <a:cs typeface="Economica"/>
                <a:sym typeface="Economica"/>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Economica"/>
                <a:ea typeface="Economica"/>
                <a:cs typeface="Economica"/>
                <a:sym typeface="Economica"/>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Economica"/>
                <a:ea typeface="Economica"/>
                <a:cs typeface="Economica"/>
                <a:sym typeface="Economica"/>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Economica"/>
                <a:ea typeface="Economica"/>
                <a:cs typeface="Economica"/>
                <a:sym typeface="Economica"/>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63" name="Shape 63"/>
        <p:cNvGrpSpPr/>
        <p:nvPr/>
      </p:nvGrpSpPr>
      <p:grpSpPr>
        <a:xfrm>
          <a:off x="0" y="0"/>
          <a:ext cx="0" cy="0"/>
          <a:chOff x="0" y="0"/>
          <a:chExt cx="0" cy="0"/>
        </a:xfrm>
      </p:grpSpPr>
      <p:sp>
        <p:nvSpPr>
          <p:cNvPr id="64" name="Google Shape;64;p44"/>
          <p:cNvSpPr/>
          <p:nvPr/>
        </p:nvSpPr>
        <p:spPr>
          <a:xfrm>
            <a:off x="0" y="6727600"/>
            <a:ext cx="12192000" cy="130500"/>
          </a:xfrm>
          <a:prstGeom prst="rect">
            <a:avLst/>
          </a:prstGeom>
          <a:solidFill>
            <a:schemeClr val="lt2"/>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 name="Google Shape;65;p44"/>
          <p:cNvSpPr txBox="1"/>
          <p:nvPr>
            <p:ph hasCustomPrompt="1" type="title"/>
          </p:nvPr>
        </p:nvSpPr>
        <p:spPr>
          <a:xfrm>
            <a:off x="415600" y="1276167"/>
            <a:ext cx="11360700" cy="2838300"/>
          </a:xfrm>
          <a:prstGeom prst="rect">
            <a:avLst/>
          </a:prstGeom>
          <a:noFill/>
          <a:ln>
            <a:noFill/>
          </a:ln>
        </p:spPr>
        <p:txBody>
          <a:bodyPr anchorCtr="0" anchor="ctr" bIns="121900" lIns="121900" spcFirstLastPara="1" rIns="121900" wrap="square" tIns="121900">
            <a:normAutofit/>
          </a:bodyPr>
          <a:lstStyle>
            <a:lvl1pPr lvl="0" algn="ctr">
              <a:lnSpc>
                <a:spcPct val="100000"/>
              </a:lnSpc>
              <a:spcBef>
                <a:spcPts val="0"/>
              </a:spcBef>
              <a:spcAft>
                <a:spcPts val="0"/>
              </a:spcAft>
              <a:buClr>
                <a:schemeClr val="lt2"/>
              </a:buClr>
              <a:buSzPts val="21300"/>
              <a:buNone/>
              <a:defRPr sz="21300">
                <a:solidFill>
                  <a:schemeClr val="lt2"/>
                </a:solidFill>
              </a:defRPr>
            </a:lvl1pPr>
            <a:lvl2pPr lvl="1" algn="ctr">
              <a:lnSpc>
                <a:spcPct val="100000"/>
              </a:lnSpc>
              <a:spcBef>
                <a:spcPts val="0"/>
              </a:spcBef>
              <a:spcAft>
                <a:spcPts val="0"/>
              </a:spcAft>
              <a:buClr>
                <a:schemeClr val="lt2"/>
              </a:buClr>
              <a:buSzPts val="21300"/>
              <a:buNone/>
              <a:defRPr sz="21300">
                <a:solidFill>
                  <a:schemeClr val="lt2"/>
                </a:solidFill>
              </a:defRPr>
            </a:lvl2pPr>
            <a:lvl3pPr lvl="2" algn="ctr">
              <a:lnSpc>
                <a:spcPct val="100000"/>
              </a:lnSpc>
              <a:spcBef>
                <a:spcPts val="0"/>
              </a:spcBef>
              <a:spcAft>
                <a:spcPts val="0"/>
              </a:spcAft>
              <a:buClr>
                <a:schemeClr val="lt2"/>
              </a:buClr>
              <a:buSzPts val="21300"/>
              <a:buNone/>
              <a:defRPr sz="21300">
                <a:solidFill>
                  <a:schemeClr val="lt2"/>
                </a:solidFill>
              </a:defRPr>
            </a:lvl3pPr>
            <a:lvl4pPr lvl="3" algn="ctr">
              <a:lnSpc>
                <a:spcPct val="100000"/>
              </a:lnSpc>
              <a:spcBef>
                <a:spcPts val="0"/>
              </a:spcBef>
              <a:spcAft>
                <a:spcPts val="0"/>
              </a:spcAft>
              <a:buClr>
                <a:schemeClr val="lt2"/>
              </a:buClr>
              <a:buSzPts val="21300"/>
              <a:buNone/>
              <a:defRPr sz="21300">
                <a:solidFill>
                  <a:schemeClr val="lt2"/>
                </a:solidFill>
              </a:defRPr>
            </a:lvl4pPr>
            <a:lvl5pPr lvl="4" algn="ctr">
              <a:lnSpc>
                <a:spcPct val="100000"/>
              </a:lnSpc>
              <a:spcBef>
                <a:spcPts val="0"/>
              </a:spcBef>
              <a:spcAft>
                <a:spcPts val="0"/>
              </a:spcAft>
              <a:buClr>
                <a:schemeClr val="lt2"/>
              </a:buClr>
              <a:buSzPts val="21300"/>
              <a:buNone/>
              <a:defRPr sz="21300">
                <a:solidFill>
                  <a:schemeClr val="lt2"/>
                </a:solidFill>
              </a:defRPr>
            </a:lvl5pPr>
            <a:lvl6pPr lvl="5" algn="ctr">
              <a:lnSpc>
                <a:spcPct val="100000"/>
              </a:lnSpc>
              <a:spcBef>
                <a:spcPts val="0"/>
              </a:spcBef>
              <a:spcAft>
                <a:spcPts val="0"/>
              </a:spcAft>
              <a:buClr>
                <a:schemeClr val="lt2"/>
              </a:buClr>
              <a:buSzPts val="21300"/>
              <a:buNone/>
              <a:defRPr sz="21300">
                <a:solidFill>
                  <a:schemeClr val="lt2"/>
                </a:solidFill>
              </a:defRPr>
            </a:lvl6pPr>
            <a:lvl7pPr lvl="6" algn="ctr">
              <a:lnSpc>
                <a:spcPct val="100000"/>
              </a:lnSpc>
              <a:spcBef>
                <a:spcPts val="0"/>
              </a:spcBef>
              <a:spcAft>
                <a:spcPts val="0"/>
              </a:spcAft>
              <a:buClr>
                <a:schemeClr val="lt2"/>
              </a:buClr>
              <a:buSzPts val="21300"/>
              <a:buNone/>
              <a:defRPr sz="21300">
                <a:solidFill>
                  <a:schemeClr val="lt2"/>
                </a:solidFill>
              </a:defRPr>
            </a:lvl7pPr>
            <a:lvl8pPr lvl="7" algn="ctr">
              <a:lnSpc>
                <a:spcPct val="100000"/>
              </a:lnSpc>
              <a:spcBef>
                <a:spcPts val="0"/>
              </a:spcBef>
              <a:spcAft>
                <a:spcPts val="0"/>
              </a:spcAft>
              <a:buClr>
                <a:schemeClr val="lt2"/>
              </a:buClr>
              <a:buSzPts val="21300"/>
              <a:buNone/>
              <a:defRPr sz="21300">
                <a:solidFill>
                  <a:schemeClr val="lt2"/>
                </a:solidFill>
              </a:defRPr>
            </a:lvl8pPr>
            <a:lvl9pPr lvl="8" algn="ctr">
              <a:lnSpc>
                <a:spcPct val="100000"/>
              </a:lnSpc>
              <a:spcBef>
                <a:spcPts val="0"/>
              </a:spcBef>
              <a:spcAft>
                <a:spcPts val="0"/>
              </a:spcAft>
              <a:buClr>
                <a:schemeClr val="lt2"/>
              </a:buClr>
              <a:buSzPts val="21300"/>
              <a:buNone/>
              <a:defRPr sz="21300">
                <a:solidFill>
                  <a:schemeClr val="lt2"/>
                </a:solidFill>
              </a:defRPr>
            </a:lvl9pPr>
          </a:lstStyle>
          <a:p>
            <a:r>
              <a:t>xx%</a:t>
            </a:r>
          </a:p>
        </p:txBody>
      </p:sp>
      <p:sp>
        <p:nvSpPr>
          <p:cNvPr id="66" name="Google Shape;66;p44"/>
          <p:cNvSpPr txBox="1"/>
          <p:nvPr>
            <p:ph idx="1" type="body"/>
          </p:nvPr>
        </p:nvSpPr>
        <p:spPr>
          <a:xfrm>
            <a:off x="415600" y="4216000"/>
            <a:ext cx="11360700" cy="1428900"/>
          </a:xfrm>
          <a:prstGeom prst="rect">
            <a:avLst/>
          </a:prstGeom>
          <a:noFill/>
          <a:ln>
            <a:noFill/>
          </a:ln>
        </p:spPr>
        <p:txBody>
          <a:bodyPr anchorCtr="0" anchor="t" bIns="121900" lIns="121900" spcFirstLastPara="1" rIns="121900" wrap="square" tIns="121900">
            <a:normAutofit/>
          </a:bodyPr>
          <a:lstStyle>
            <a:lvl1pPr indent="-381000" lvl="0" marL="457200" algn="ctr">
              <a:lnSpc>
                <a:spcPct val="115000"/>
              </a:lnSpc>
              <a:spcBef>
                <a:spcPts val="0"/>
              </a:spcBef>
              <a:spcAft>
                <a:spcPts val="0"/>
              </a:spcAft>
              <a:buSzPts val="2400"/>
              <a:buChar char="●"/>
              <a:defRPr/>
            </a:lvl1pPr>
            <a:lvl2pPr indent="-349250" lvl="1" marL="914400" algn="ctr">
              <a:lnSpc>
                <a:spcPct val="115000"/>
              </a:lnSpc>
              <a:spcBef>
                <a:spcPts val="0"/>
              </a:spcBef>
              <a:spcAft>
                <a:spcPts val="0"/>
              </a:spcAft>
              <a:buSzPts val="1900"/>
              <a:buChar char="○"/>
              <a:defRPr/>
            </a:lvl2pPr>
            <a:lvl3pPr indent="-349250" lvl="2" marL="1371600" algn="ctr">
              <a:lnSpc>
                <a:spcPct val="115000"/>
              </a:lnSpc>
              <a:spcBef>
                <a:spcPts val="0"/>
              </a:spcBef>
              <a:spcAft>
                <a:spcPts val="0"/>
              </a:spcAft>
              <a:buSzPts val="1900"/>
              <a:buChar char="■"/>
              <a:defRPr/>
            </a:lvl3pPr>
            <a:lvl4pPr indent="-349250" lvl="3" marL="1828800" algn="ctr">
              <a:lnSpc>
                <a:spcPct val="115000"/>
              </a:lnSpc>
              <a:spcBef>
                <a:spcPts val="0"/>
              </a:spcBef>
              <a:spcAft>
                <a:spcPts val="0"/>
              </a:spcAft>
              <a:buSzPts val="1900"/>
              <a:buChar char="●"/>
              <a:defRPr/>
            </a:lvl4pPr>
            <a:lvl5pPr indent="-349250" lvl="4" marL="2286000" algn="ctr">
              <a:lnSpc>
                <a:spcPct val="115000"/>
              </a:lnSpc>
              <a:spcBef>
                <a:spcPts val="0"/>
              </a:spcBef>
              <a:spcAft>
                <a:spcPts val="0"/>
              </a:spcAft>
              <a:buSzPts val="1900"/>
              <a:buChar char="○"/>
              <a:defRPr/>
            </a:lvl5pPr>
            <a:lvl6pPr indent="-349250" lvl="5" marL="2743200" algn="ctr">
              <a:lnSpc>
                <a:spcPct val="115000"/>
              </a:lnSpc>
              <a:spcBef>
                <a:spcPts val="0"/>
              </a:spcBef>
              <a:spcAft>
                <a:spcPts val="0"/>
              </a:spcAft>
              <a:buSzPts val="1900"/>
              <a:buChar char="■"/>
              <a:defRPr/>
            </a:lvl6pPr>
            <a:lvl7pPr indent="-349250" lvl="6" marL="3200400" algn="ctr">
              <a:lnSpc>
                <a:spcPct val="115000"/>
              </a:lnSpc>
              <a:spcBef>
                <a:spcPts val="0"/>
              </a:spcBef>
              <a:spcAft>
                <a:spcPts val="0"/>
              </a:spcAft>
              <a:buSzPts val="1900"/>
              <a:buChar char="●"/>
              <a:defRPr/>
            </a:lvl7pPr>
            <a:lvl8pPr indent="-349250" lvl="7" marL="3657600" algn="ctr">
              <a:lnSpc>
                <a:spcPct val="115000"/>
              </a:lnSpc>
              <a:spcBef>
                <a:spcPts val="0"/>
              </a:spcBef>
              <a:spcAft>
                <a:spcPts val="0"/>
              </a:spcAft>
              <a:buSzPts val="1900"/>
              <a:buChar char="○"/>
              <a:defRPr/>
            </a:lvl8pPr>
            <a:lvl9pPr indent="-349250" lvl="8" marL="4114800" algn="ctr">
              <a:lnSpc>
                <a:spcPct val="115000"/>
              </a:lnSpc>
              <a:spcBef>
                <a:spcPts val="0"/>
              </a:spcBef>
              <a:spcAft>
                <a:spcPts val="0"/>
              </a:spcAft>
              <a:buSzPts val="1900"/>
              <a:buChar char="■"/>
              <a:defRPr/>
            </a:lvl9pPr>
          </a:lstStyle>
          <a:p/>
        </p:txBody>
      </p:sp>
      <p:sp>
        <p:nvSpPr>
          <p:cNvPr id="67" name="Google Shape;67;p44"/>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rm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Economica"/>
                <a:ea typeface="Economica"/>
                <a:cs typeface="Economica"/>
                <a:sym typeface="Economica"/>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Economica"/>
                <a:ea typeface="Economica"/>
                <a:cs typeface="Economica"/>
                <a:sym typeface="Economica"/>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Economica"/>
                <a:ea typeface="Economica"/>
                <a:cs typeface="Economica"/>
                <a:sym typeface="Economica"/>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Economica"/>
                <a:ea typeface="Economica"/>
                <a:cs typeface="Economica"/>
                <a:sym typeface="Economica"/>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Economica"/>
                <a:ea typeface="Economica"/>
                <a:cs typeface="Economica"/>
                <a:sym typeface="Economica"/>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Economica"/>
                <a:ea typeface="Economica"/>
                <a:cs typeface="Economica"/>
                <a:sym typeface="Economica"/>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Economica"/>
                <a:ea typeface="Economica"/>
                <a:cs typeface="Economica"/>
                <a:sym typeface="Economica"/>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Economica"/>
                <a:ea typeface="Economica"/>
                <a:cs typeface="Economica"/>
                <a:sym typeface="Economica"/>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Economica"/>
                <a:ea typeface="Economica"/>
                <a:cs typeface="Economica"/>
                <a:sym typeface="Economica"/>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luxe">
    <p:bg>
      <p:bgPr>
        <a:solidFill>
          <a:schemeClr val="lt1"/>
        </a:solidFill>
      </p:bgPr>
    </p:bg>
    <p:spTree>
      <p:nvGrpSpPr>
        <p:cNvPr id="9" name="Shape 9"/>
        <p:cNvGrpSpPr/>
        <p:nvPr/>
      </p:nvGrpSpPr>
      <p:grpSpPr>
        <a:xfrm>
          <a:off x="0" y="0"/>
          <a:ext cx="0" cy="0"/>
          <a:chOff x="0" y="0"/>
          <a:chExt cx="0" cy="0"/>
        </a:xfrm>
      </p:grpSpPr>
      <p:sp>
        <p:nvSpPr>
          <p:cNvPr id="10" name="Google Shape;10;p32"/>
          <p:cNvSpPr txBox="1"/>
          <p:nvPr>
            <p:ph type="title"/>
          </p:nvPr>
        </p:nvSpPr>
        <p:spPr>
          <a:xfrm>
            <a:off x="415600" y="421233"/>
            <a:ext cx="11360700" cy="1108500"/>
          </a:xfrm>
          <a:prstGeom prst="rect">
            <a:avLst/>
          </a:prstGeom>
          <a:noFill/>
          <a:ln>
            <a:noFill/>
          </a:ln>
        </p:spPr>
        <p:txBody>
          <a:bodyPr anchorCtr="0" anchor="b" bIns="121900" lIns="121900" spcFirstLastPara="1" rIns="121900" wrap="square" tIns="121900">
            <a:normAutofit/>
          </a:bodyPr>
          <a:lstStyle>
            <a:lvl1pPr lvl="0" marR="0" rtl="0" algn="l">
              <a:lnSpc>
                <a:spcPct val="100000"/>
              </a:lnSpc>
              <a:spcBef>
                <a:spcPts val="0"/>
              </a:spcBef>
              <a:spcAft>
                <a:spcPts val="0"/>
              </a:spcAft>
              <a:buClr>
                <a:schemeClr val="dk1"/>
              </a:buClr>
              <a:buSzPts val="5600"/>
              <a:buFont typeface="Economica"/>
              <a:buNone/>
              <a:defRPr b="0" i="0" sz="5600" u="none" cap="none" strike="noStrike">
                <a:solidFill>
                  <a:schemeClr val="dk1"/>
                </a:solidFill>
                <a:latin typeface="Economica"/>
                <a:ea typeface="Economica"/>
                <a:cs typeface="Economica"/>
                <a:sym typeface="Economica"/>
              </a:defRPr>
            </a:lvl1pPr>
            <a:lvl2pPr lvl="1" marR="0" rtl="0" algn="l">
              <a:lnSpc>
                <a:spcPct val="100000"/>
              </a:lnSpc>
              <a:spcBef>
                <a:spcPts val="0"/>
              </a:spcBef>
              <a:spcAft>
                <a:spcPts val="0"/>
              </a:spcAft>
              <a:buClr>
                <a:schemeClr val="dk1"/>
              </a:buClr>
              <a:buSzPts val="5600"/>
              <a:buFont typeface="Economica"/>
              <a:buNone/>
              <a:defRPr b="0" i="0" sz="5600" u="none" cap="none" strike="noStrike">
                <a:solidFill>
                  <a:schemeClr val="dk1"/>
                </a:solidFill>
                <a:latin typeface="Economica"/>
                <a:ea typeface="Economica"/>
                <a:cs typeface="Economica"/>
                <a:sym typeface="Economica"/>
              </a:defRPr>
            </a:lvl2pPr>
            <a:lvl3pPr lvl="2" marR="0" rtl="0" algn="l">
              <a:lnSpc>
                <a:spcPct val="100000"/>
              </a:lnSpc>
              <a:spcBef>
                <a:spcPts val="0"/>
              </a:spcBef>
              <a:spcAft>
                <a:spcPts val="0"/>
              </a:spcAft>
              <a:buClr>
                <a:schemeClr val="dk1"/>
              </a:buClr>
              <a:buSzPts val="5600"/>
              <a:buFont typeface="Economica"/>
              <a:buNone/>
              <a:defRPr b="0" i="0" sz="5600" u="none" cap="none" strike="noStrike">
                <a:solidFill>
                  <a:schemeClr val="dk1"/>
                </a:solidFill>
                <a:latin typeface="Economica"/>
                <a:ea typeface="Economica"/>
                <a:cs typeface="Economica"/>
                <a:sym typeface="Economica"/>
              </a:defRPr>
            </a:lvl3pPr>
            <a:lvl4pPr lvl="3" marR="0" rtl="0" algn="l">
              <a:lnSpc>
                <a:spcPct val="100000"/>
              </a:lnSpc>
              <a:spcBef>
                <a:spcPts val="0"/>
              </a:spcBef>
              <a:spcAft>
                <a:spcPts val="0"/>
              </a:spcAft>
              <a:buClr>
                <a:schemeClr val="dk1"/>
              </a:buClr>
              <a:buSzPts val="5600"/>
              <a:buFont typeface="Economica"/>
              <a:buNone/>
              <a:defRPr b="0" i="0" sz="5600" u="none" cap="none" strike="noStrike">
                <a:solidFill>
                  <a:schemeClr val="dk1"/>
                </a:solidFill>
                <a:latin typeface="Economica"/>
                <a:ea typeface="Economica"/>
                <a:cs typeface="Economica"/>
                <a:sym typeface="Economica"/>
              </a:defRPr>
            </a:lvl4pPr>
            <a:lvl5pPr lvl="4" marR="0" rtl="0" algn="l">
              <a:lnSpc>
                <a:spcPct val="100000"/>
              </a:lnSpc>
              <a:spcBef>
                <a:spcPts val="0"/>
              </a:spcBef>
              <a:spcAft>
                <a:spcPts val="0"/>
              </a:spcAft>
              <a:buClr>
                <a:schemeClr val="dk1"/>
              </a:buClr>
              <a:buSzPts val="5600"/>
              <a:buFont typeface="Economica"/>
              <a:buNone/>
              <a:defRPr b="0" i="0" sz="5600" u="none" cap="none" strike="noStrike">
                <a:solidFill>
                  <a:schemeClr val="dk1"/>
                </a:solidFill>
                <a:latin typeface="Economica"/>
                <a:ea typeface="Economica"/>
                <a:cs typeface="Economica"/>
                <a:sym typeface="Economica"/>
              </a:defRPr>
            </a:lvl5pPr>
            <a:lvl6pPr lvl="5" marR="0" rtl="0" algn="l">
              <a:lnSpc>
                <a:spcPct val="100000"/>
              </a:lnSpc>
              <a:spcBef>
                <a:spcPts val="0"/>
              </a:spcBef>
              <a:spcAft>
                <a:spcPts val="0"/>
              </a:spcAft>
              <a:buClr>
                <a:schemeClr val="dk1"/>
              </a:buClr>
              <a:buSzPts val="5600"/>
              <a:buFont typeface="Economica"/>
              <a:buNone/>
              <a:defRPr b="0" i="0" sz="5600" u="none" cap="none" strike="noStrike">
                <a:solidFill>
                  <a:schemeClr val="dk1"/>
                </a:solidFill>
                <a:latin typeface="Economica"/>
                <a:ea typeface="Economica"/>
                <a:cs typeface="Economica"/>
                <a:sym typeface="Economica"/>
              </a:defRPr>
            </a:lvl6pPr>
            <a:lvl7pPr lvl="6" marR="0" rtl="0" algn="l">
              <a:lnSpc>
                <a:spcPct val="100000"/>
              </a:lnSpc>
              <a:spcBef>
                <a:spcPts val="0"/>
              </a:spcBef>
              <a:spcAft>
                <a:spcPts val="0"/>
              </a:spcAft>
              <a:buClr>
                <a:schemeClr val="dk1"/>
              </a:buClr>
              <a:buSzPts val="5600"/>
              <a:buFont typeface="Economica"/>
              <a:buNone/>
              <a:defRPr b="0" i="0" sz="5600" u="none" cap="none" strike="noStrike">
                <a:solidFill>
                  <a:schemeClr val="dk1"/>
                </a:solidFill>
                <a:latin typeface="Economica"/>
                <a:ea typeface="Economica"/>
                <a:cs typeface="Economica"/>
                <a:sym typeface="Economica"/>
              </a:defRPr>
            </a:lvl7pPr>
            <a:lvl8pPr lvl="7" marR="0" rtl="0" algn="l">
              <a:lnSpc>
                <a:spcPct val="100000"/>
              </a:lnSpc>
              <a:spcBef>
                <a:spcPts val="0"/>
              </a:spcBef>
              <a:spcAft>
                <a:spcPts val="0"/>
              </a:spcAft>
              <a:buClr>
                <a:schemeClr val="dk1"/>
              </a:buClr>
              <a:buSzPts val="5600"/>
              <a:buFont typeface="Economica"/>
              <a:buNone/>
              <a:defRPr b="0" i="0" sz="5600" u="none" cap="none" strike="noStrike">
                <a:solidFill>
                  <a:schemeClr val="dk1"/>
                </a:solidFill>
                <a:latin typeface="Economica"/>
                <a:ea typeface="Economica"/>
                <a:cs typeface="Economica"/>
                <a:sym typeface="Economica"/>
              </a:defRPr>
            </a:lvl8pPr>
            <a:lvl9pPr lvl="8" marR="0" rtl="0" algn="l">
              <a:lnSpc>
                <a:spcPct val="100000"/>
              </a:lnSpc>
              <a:spcBef>
                <a:spcPts val="0"/>
              </a:spcBef>
              <a:spcAft>
                <a:spcPts val="0"/>
              </a:spcAft>
              <a:buClr>
                <a:schemeClr val="dk1"/>
              </a:buClr>
              <a:buSzPts val="5600"/>
              <a:buFont typeface="Economica"/>
              <a:buNone/>
              <a:defRPr b="0" i="0" sz="5600" u="none" cap="none" strike="noStrike">
                <a:solidFill>
                  <a:schemeClr val="dk1"/>
                </a:solidFill>
                <a:latin typeface="Economica"/>
                <a:ea typeface="Economica"/>
                <a:cs typeface="Economica"/>
                <a:sym typeface="Economica"/>
              </a:defRPr>
            </a:lvl9pPr>
          </a:lstStyle>
          <a:p/>
        </p:txBody>
      </p:sp>
      <p:sp>
        <p:nvSpPr>
          <p:cNvPr id="11" name="Google Shape;11;p32"/>
          <p:cNvSpPr txBox="1"/>
          <p:nvPr>
            <p:ph idx="1" type="body"/>
          </p:nvPr>
        </p:nvSpPr>
        <p:spPr>
          <a:xfrm>
            <a:off x="415600" y="1633633"/>
            <a:ext cx="11360700" cy="4472100"/>
          </a:xfrm>
          <a:prstGeom prst="rect">
            <a:avLst/>
          </a:prstGeom>
          <a:noFill/>
          <a:ln>
            <a:noFill/>
          </a:ln>
        </p:spPr>
        <p:txBody>
          <a:bodyPr anchorCtr="0" anchor="t" bIns="121900" lIns="121900" spcFirstLastPara="1" rIns="121900" wrap="square" tIns="121900">
            <a:normAutofit/>
          </a:bodyPr>
          <a:lstStyle>
            <a:lvl1pPr indent="-381000" lvl="0" marL="457200" marR="0" rtl="0" algn="l">
              <a:lnSpc>
                <a:spcPct val="115000"/>
              </a:lnSpc>
              <a:spcBef>
                <a:spcPts val="0"/>
              </a:spcBef>
              <a:spcAft>
                <a:spcPts val="0"/>
              </a:spcAft>
              <a:buClr>
                <a:schemeClr val="dk1"/>
              </a:buClr>
              <a:buSzPts val="2400"/>
              <a:buFont typeface="Open Sans"/>
              <a:buChar char="●"/>
              <a:defRPr b="0" i="0" sz="2400" u="none" cap="none" strike="noStrike">
                <a:solidFill>
                  <a:schemeClr val="dk1"/>
                </a:solidFill>
                <a:latin typeface="Open Sans"/>
                <a:ea typeface="Open Sans"/>
                <a:cs typeface="Open Sans"/>
                <a:sym typeface="Open Sans"/>
              </a:defRPr>
            </a:lvl1pPr>
            <a:lvl2pPr indent="-349250" lvl="1" marL="914400" marR="0" rtl="0" algn="l">
              <a:lnSpc>
                <a:spcPct val="115000"/>
              </a:lnSpc>
              <a:spcBef>
                <a:spcPts val="0"/>
              </a:spcBef>
              <a:spcAft>
                <a:spcPts val="0"/>
              </a:spcAft>
              <a:buClr>
                <a:schemeClr val="dk1"/>
              </a:buClr>
              <a:buSzPts val="1900"/>
              <a:buFont typeface="Open Sans"/>
              <a:buChar char="○"/>
              <a:defRPr b="0" i="0" sz="1900" u="none" cap="none" strike="noStrike">
                <a:solidFill>
                  <a:schemeClr val="dk1"/>
                </a:solidFill>
                <a:latin typeface="Open Sans"/>
                <a:ea typeface="Open Sans"/>
                <a:cs typeface="Open Sans"/>
                <a:sym typeface="Open Sans"/>
              </a:defRPr>
            </a:lvl2pPr>
            <a:lvl3pPr indent="-349250" lvl="2" marL="1371600" marR="0" rtl="0" algn="l">
              <a:lnSpc>
                <a:spcPct val="115000"/>
              </a:lnSpc>
              <a:spcBef>
                <a:spcPts val="0"/>
              </a:spcBef>
              <a:spcAft>
                <a:spcPts val="0"/>
              </a:spcAft>
              <a:buClr>
                <a:schemeClr val="dk1"/>
              </a:buClr>
              <a:buSzPts val="1900"/>
              <a:buFont typeface="Open Sans"/>
              <a:buChar char="■"/>
              <a:defRPr b="0" i="0" sz="1900" u="none" cap="none" strike="noStrike">
                <a:solidFill>
                  <a:schemeClr val="dk1"/>
                </a:solidFill>
                <a:latin typeface="Open Sans"/>
                <a:ea typeface="Open Sans"/>
                <a:cs typeface="Open Sans"/>
                <a:sym typeface="Open Sans"/>
              </a:defRPr>
            </a:lvl3pPr>
            <a:lvl4pPr indent="-349250" lvl="3" marL="1828800" marR="0" rtl="0" algn="l">
              <a:lnSpc>
                <a:spcPct val="115000"/>
              </a:lnSpc>
              <a:spcBef>
                <a:spcPts val="0"/>
              </a:spcBef>
              <a:spcAft>
                <a:spcPts val="0"/>
              </a:spcAft>
              <a:buClr>
                <a:schemeClr val="dk1"/>
              </a:buClr>
              <a:buSzPts val="1900"/>
              <a:buFont typeface="Open Sans"/>
              <a:buChar char="●"/>
              <a:defRPr b="0" i="0" sz="1900" u="none" cap="none" strike="noStrike">
                <a:solidFill>
                  <a:schemeClr val="dk1"/>
                </a:solidFill>
                <a:latin typeface="Open Sans"/>
                <a:ea typeface="Open Sans"/>
                <a:cs typeface="Open Sans"/>
                <a:sym typeface="Open Sans"/>
              </a:defRPr>
            </a:lvl4pPr>
            <a:lvl5pPr indent="-349250" lvl="4" marL="2286000" marR="0" rtl="0" algn="l">
              <a:lnSpc>
                <a:spcPct val="115000"/>
              </a:lnSpc>
              <a:spcBef>
                <a:spcPts val="0"/>
              </a:spcBef>
              <a:spcAft>
                <a:spcPts val="0"/>
              </a:spcAft>
              <a:buClr>
                <a:schemeClr val="dk1"/>
              </a:buClr>
              <a:buSzPts val="1900"/>
              <a:buFont typeface="Open Sans"/>
              <a:buChar char="○"/>
              <a:defRPr b="0" i="0" sz="1900" u="none" cap="none" strike="noStrike">
                <a:solidFill>
                  <a:schemeClr val="dk1"/>
                </a:solidFill>
                <a:latin typeface="Open Sans"/>
                <a:ea typeface="Open Sans"/>
                <a:cs typeface="Open Sans"/>
                <a:sym typeface="Open Sans"/>
              </a:defRPr>
            </a:lvl5pPr>
            <a:lvl6pPr indent="-349250" lvl="5" marL="2743200" marR="0" rtl="0" algn="l">
              <a:lnSpc>
                <a:spcPct val="115000"/>
              </a:lnSpc>
              <a:spcBef>
                <a:spcPts val="0"/>
              </a:spcBef>
              <a:spcAft>
                <a:spcPts val="0"/>
              </a:spcAft>
              <a:buClr>
                <a:schemeClr val="dk1"/>
              </a:buClr>
              <a:buSzPts val="1900"/>
              <a:buFont typeface="Open Sans"/>
              <a:buChar char="■"/>
              <a:defRPr b="0" i="0" sz="1900" u="none" cap="none" strike="noStrike">
                <a:solidFill>
                  <a:schemeClr val="dk1"/>
                </a:solidFill>
                <a:latin typeface="Open Sans"/>
                <a:ea typeface="Open Sans"/>
                <a:cs typeface="Open Sans"/>
                <a:sym typeface="Open Sans"/>
              </a:defRPr>
            </a:lvl6pPr>
            <a:lvl7pPr indent="-349250" lvl="6" marL="3200400" marR="0" rtl="0" algn="l">
              <a:lnSpc>
                <a:spcPct val="115000"/>
              </a:lnSpc>
              <a:spcBef>
                <a:spcPts val="0"/>
              </a:spcBef>
              <a:spcAft>
                <a:spcPts val="0"/>
              </a:spcAft>
              <a:buClr>
                <a:schemeClr val="dk1"/>
              </a:buClr>
              <a:buSzPts val="1900"/>
              <a:buFont typeface="Open Sans"/>
              <a:buChar char="●"/>
              <a:defRPr b="0" i="0" sz="1900" u="none" cap="none" strike="noStrike">
                <a:solidFill>
                  <a:schemeClr val="dk1"/>
                </a:solidFill>
                <a:latin typeface="Open Sans"/>
                <a:ea typeface="Open Sans"/>
                <a:cs typeface="Open Sans"/>
                <a:sym typeface="Open Sans"/>
              </a:defRPr>
            </a:lvl7pPr>
            <a:lvl8pPr indent="-349250" lvl="7" marL="3657600" marR="0" rtl="0" algn="l">
              <a:lnSpc>
                <a:spcPct val="115000"/>
              </a:lnSpc>
              <a:spcBef>
                <a:spcPts val="0"/>
              </a:spcBef>
              <a:spcAft>
                <a:spcPts val="0"/>
              </a:spcAft>
              <a:buClr>
                <a:schemeClr val="dk1"/>
              </a:buClr>
              <a:buSzPts val="1900"/>
              <a:buFont typeface="Open Sans"/>
              <a:buChar char="○"/>
              <a:defRPr b="0" i="0" sz="1900" u="none" cap="none" strike="noStrike">
                <a:solidFill>
                  <a:schemeClr val="dk1"/>
                </a:solidFill>
                <a:latin typeface="Open Sans"/>
                <a:ea typeface="Open Sans"/>
                <a:cs typeface="Open Sans"/>
                <a:sym typeface="Open Sans"/>
              </a:defRPr>
            </a:lvl8pPr>
            <a:lvl9pPr indent="-349250" lvl="8" marL="4114800" marR="0" rtl="0" algn="l">
              <a:lnSpc>
                <a:spcPct val="115000"/>
              </a:lnSpc>
              <a:spcBef>
                <a:spcPts val="0"/>
              </a:spcBef>
              <a:spcAft>
                <a:spcPts val="0"/>
              </a:spcAft>
              <a:buClr>
                <a:schemeClr val="dk1"/>
              </a:buClr>
              <a:buSzPts val="1900"/>
              <a:buFont typeface="Open Sans"/>
              <a:buChar char="■"/>
              <a:defRPr b="0" i="0" sz="1900" u="none" cap="none" strike="noStrike">
                <a:solidFill>
                  <a:schemeClr val="dk1"/>
                </a:solidFill>
                <a:latin typeface="Open Sans"/>
                <a:ea typeface="Open Sans"/>
                <a:cs typeface="Open Sans"/>
                <a:sym typeface="Open Sans"/>
              </a:defRPr>
            </a:lvl9pPr>
          </a:lstStyle>
          <a:p/>
        </p:txBody>
      </p:sp>
      <p:sp>
        <p:nvSpPr>
          <p:cNvPr id="12" name="Google Shape;12;p32"/>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rm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Economica"/>
                <a:ea typeface="Economica"/>
                <a:cs typeface="Economica"/>
                <a:sym typeface="Economica"/>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Economica"/>
                <a:ea typeface="Economica"/>
                <a:cs typeface="Economica"/>
                <a:sym typeface="Economica"/>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Economica"/>
                <a:ea typeface="Economica"/>
                <a:cs typeface="Economica"/>
                <a:sym typeface="Economica"/>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Economica"/>
                <a:ea typeface="Economica"/>
                <a:cs typeface="Economica"/>
                <a:sym typeface="Economica"/>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Economica"/>
                <a:ea typeface="Economica"/>
                <a:cs typeface="Economica"/>
                <a:sym typeface="Economica"/>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Economica"/>
                <a:ea typeface="Economica"/>
                <a:cs typeface="Economica"/>
                <a:sym typeface="Economica"/>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Economica"/>
                <a:ea typeface="Economica"/>
                <a:cs typeface="Economica"/>
                <a:sym typeface="Economica"/>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Economica"/>
                <a:ea typeface="Economica"/>
                <a:cs typeface="Economica"/>
                <a:sym typeface="Economica"/>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Economica"/>
                <a:ea typeface="Economica"/>
                <a:cs typeface="Economica"/>
                <a:sym typeface="Economica"/>
              </a:defRPr>
            </a:lvl9pPr>
          </a:lstStyle>
          <a:p>
            <a:pPr indent="0" lvl="0" marL="0" rtl="0" algn="r">
              <a:spcBef>
                <a:spcPts val="0"/>
              </a:spcBef>
              <a:spcAft>
                <a:spcPts val="0"/>
              </a:spcAft>
              <a:buNone/>
            </a:pPr>
            <a:fld id="{00000000-1234-1234-1234-123412341234}" type="slidenum">
              <a:rPr lang="en-IN"/>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
          <p:cNvSpPr/>
          <p:nvPr/>
        </p:nvSpPr>
        <p:spPr>
          <a:xfrm>
            <a:off x="0" y="0"/>
            <a:ext cx="12192000"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73" name="Google Shape;73;p1"/>
          <p:cNvSpPr/>
          <p:nvPr/>
        </p:nvSpPr>
        <p:spPr>
          <a:xfrm>
            <a:off x="1028700" y="1028700"/>
            <a:ext cx="10134600" cy="4800600"/>
          </a:xfrm>
          <a:prstGeom prst="rect">
            <a:avLst/>
          </a:prstGeom>
          <a:solidFill>
            <a:srgbClr val="DCF1E7">
              <a:alpha val="80392"/>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74" name="Google Shape;74;p1"/>
          <p:cNvSpPr txBox="1"/>
          <p:nvPr>
            <p:ph type="ctrTitle"/>
          </p:nvPr>
        </p:nvSpPr>
        <p:spPr>
          <a:xfrm>
            <a:off x="1473646" y="2085357"/>
            <a:ext cx="9244800" cy="1486500"/>
          </a:xfrm>
          <a:prstGeom prst="rect">
            <a:avLst/>
          </a:prstGeom>
          <a:noFill/>
          <a:ln>
            <a:noFill/>
          </a:ln>
        </p:spPr>
        <p:txBody>
          <a:bodyPr anchorCtr="0" anchor="b" bIns="45700" lIns="91425" spcFirstLastPara="1" rIns="91425" wrap="square" tIns="45700">
            <a:noAutofit/>
          </a:bodyPr>
          <a:lstStyle/>
          <a:p>
            <a:pPr indent="0" lvl="0" marL="0" rtl="0" algn="ctr">
              <a:lnSpc>
                <a:spcPct val="110000"/>
              </a:lnSpc>
              <a:spcBef>
                <a:spcPts val="0"/>
              </a:spcBef>
              <a:spcAft>
                <a:spcPts val="0"/>
              </a:spcAft>
              <a:buClr>
                <a:schemeClr val="dk2"/>
              </a:buClr>
              <a:buSzPts val="4800"/>
              <a:buFont typeface="Bell MT"/>
              <a:buNone/>
            </a:pPr>
            <a:r>
              <a:rPr b="1" lang="en-IN" sz="4800">
                <a:latin typeface="Bell MT"/>
                <a:ea typeface="Bell MT"/>
                <a:cs typeface="Bell MT"/>
                <a:sym typeface="Bell MT"/>
              </a:rPr>
              <a:t>COMMUNICATION SKILLS LAB</a:t>
            </a:r>
            <a:endParaRPr/>
          </a:p>
        </p:txBody>
      </p:sp>
      <p:grpSp>
        <p:nvGrpSpPr>
          <p:cNvPr id="75" name="Google Shape;75;p1"/>
          <p:cNvGrpSpPr/>
          <p:nvPr/>
        </p:nvGrpSpPr>
        <p:grpSpPr>
          <a:xfrm>
            <a:off x="5662258" y="3867111"/>
            <a:ext cx="867485" cy="163226"/>
            <a:chOff x="8910933" y="1837414"/>
            <a:chExt cx="867485" cy="163226"/>
          </a:xfrm>
        </p:grpSpPr>
        <p:sp>
          <p:nvSpPr>
            <p:cNvPr id="76" name="Google Shape;76;p1"/>
            <p:cNvSpPr/>
            <p:nvPr/>
          </p:nvSpPr>
          <p:spPr>
            <a:xfrm flipH="1" rot="-2635175">
              <a:off x="9286956" y="1861308"/>
              <a:ext cx="115439" cy="115439"/>
            </a:xfrm>
            <a:prstGeom prst="rect">
              <a:avLst/>
            </a:prstGeom>
            <a:noFill/>
            <a:ln cap="flat" cmpd="sng" w="15875">
              <a:solidFill>
                <a:schemeClr val="dk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cxnSp>
          <p:nvCxnSpPr>
            <p:cNvPr id="77" name="Google Shape;77;p1"/>
            <p:cNvCxnSpPr/>
            <p:nvPr/>
          </p:nvCxnSpPr>
          <p:spPr>
            <a:xfrm>
              <a:off x="9426289" y="1919027"/>
              <a:ext cx="352129" cy="0"/>
            </a:xfrm>
            <a:prstGeom prst="straightConnector1">
              <a:avLst/>
            </a:prstGeom>
            <a:noFill/>
            <a:ln cap="flat" cmpd="sng" w="15875">
              <a:solidFill>
                <a:schemeClr val="dk2"/>
              </a:solidFill>
              <a:prstDash val="solid"/>
              <a:miter lim="800000"/>
              <a:headEnd len="sm" w="sm" type="none"/>
              <a:tailEnd len="sm" w="sm" type="none"/>
            </a:ln>
          </p:spPr>
        </p:cxnSp>
        <p:cxnSp>
          <p:nvCxnSpPr>
            <p:cNvPr id="78" name="Google Shape;78;p1"/>
            <p:cNvCxnSpPr/>
            <p:nvPr/>
          </p:nvCxnSpPr>
          <p:spPr>
            <a:xfrm>
              <a:off x="8910933" y="1919027"/>
              <a:ext cx="352129" cy="0"/>
            </a:xfrm>
            <a:prstGeom prst="straightConnector1">
              <a:avLst/>
            </a:prstGeom>
            <a:noFill/>
            <a:ln cap="flat" cmpd="sng" w="15875">
              <a:solidFill>
                <a:schemeClr val="dk2"/>
              </a:solidFill>
              <a:prstDash val="solid"/>
              <a:miter lim="800000"/>
              <a:headEnd len="sm" w="sm" type="none"/>
              <a:tailEnd len="sm" w="sm" type="none"/>
            </a:ln>
          </p:spPr>
        </p:cxnSp>
      </p:grpSp>
      <p:sp>
        <p:nvSpPr>
          <p:cNvPr id="79" name="Google Shape;79;p1"/>
          <p:cNvSpPr txBox="1"/>
          <p:nvPr/>
        </p:nvSpPr>
        <p:spPr>
          <a:xfrm>
            <a:off x="2212258" y="4472069"/>
            <a:ext cx="7767600" cy="477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500"/>
              <a:buFont typeface="Arial"/>
              <a:buNone/>
            </a:pPr>
            <a:r>
              <a:rPr b="1" i="0" lang="en-IN" sz="2500" u="none" cap="none" strike="noStrike">
                <a:solidFill>
                  <a:schemeClr val="dk1"/>
                </a:solidFill>
                <a:latin typeface="Bell MT"/>
                <a:ea typeface="Bell MT"/>
                <a:cs typeface="Bell MT"/>
                <a:sym typeface="Bell MT"/>
              </a:rPr>
              <a:t>Lab 2: Modal Verbs, Tenses, and Conditionals </a:t>
            </a:r>
            <a:endParaRPr b="0" i="0" sz="1400" u="none" cap="none" strike="noStrike">
              <a:solidFill>
                <a:srgbClr val="000000"/>
              </a:solidFill>
              <a:latin typeface="Arial"/>
              <a:ea typeface="Arial"/>
              <a:cs typeface="Arial"/>
              <a:sym typeface="Arial"/>
            </a:endParaRPr>
          </a:p>
        </p:txBody>
      </p:sp>
      <p:sp>
        <p:nvSpPr>
          <p:cNvPr id="80" name="Google Shape;80;p1"/>
          <p:cNvSpPr txBox="1"/>
          <p:nvPr/>
        </p:nvSpPr>
        <p:spPr>
          <a:xfrm>
            <a:off x="422787" y="481782"/>
            <a:ext cx="11395588" cy="5938684"/>
          </a:xfrm>
          <a:prstGeom prst="rect">
            <a:avLst/>
          </a:prstGeom>
          <a:noFill/>
          <a:ln cap="flat" cmpd="dbl" w="76200">
            <a:solidFill>
              <a:srgbClr val="475D68"/>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81" name="Google Shape;81;p1"/>
          <p:cNvSpPr txBox="1"/>
          <p:nvPr/>
        </p:nvSpPr>
        <p:spPr>
          <a:xfrm>
            <a:off x="2987851" y="4848937"/>
            <a:ext cx="6530580"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IN" sz="2000" u="none" cap="none" strike="noStrike">
                <a:solidFill>
                  <a:srgbClr val="000000"/>
                </a:solidFill>
                <a:latin typeface="Times New Roman"/>
                <a:ea typeface="Times New Roman"/>
                <a:cs typeface="Times New Roman"/>
                <a:sym typeface="Times New Roman"/>
              </a:rPr>
              <a:t>Correction of Sentences, Joining and Parsing of Sentences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2"/>
          <p:cNvSpPr txBox="1"/>
          <p:nvPr>
            <p:ph type="title"/>
          </p:nvPr>
        </p:nvSpPr>
        <p:spPr>
          <a:xfrm>
            <a:off x="4100724" y="2648400"/>
            <a:ext cx="4462500" cy="780600"/>
          </a:xfrm>
          <a:prstGeom prst="rect">
            <a:avLst/>
          </a:prstGeom>
          <a:solidFill>
            <a:srgbClr val="DCF1E7"/>
          </a:solidFill>
          <a:ln cap="flat" cmpd="sng" w="9525">
            <a:solidFill>
              <a:srgbClr val="002060"/>
            </a:solidFill>
            <a:prstDash val="solid"/>
            <a:round/>
            <a:headEnd len="sm" w="sm" type="none"/>
            <a:tailEnd len="sm" w="sm" type="none"/>
          </a:ln>
        </p:spPr>
        <p:txBody>
          <a:bodyPr anchorCtr="0" anchor="b" bIns="45700" lIns="91425" spcFirstLastPara="1" rIns="91425" wrap="square" tIns="45700">
            <a:noAutofit/>
          </a:bodyPr>
          <a:lstStyle/>
          <a:p>
            <a:pPr indent="0" lvl="0" marL="0" rtl="0" algn="ctr">
              <a:lnSpc>
                <a:spcPct val="110000"/>
              </a:lnSpc>
              <a:spcBef>
                <a:spcPts val="0"/>
              </a:spcBef>
              <a:spcAft>
                <a:spcPts val="0"/>
              </a:spcAft>
              <a:buClr>
                <a:schemeClr val="dk2"/>
              </a:buClr>
              <a:buSzPts val="6000"/>
              <a:buFont typeface="Bell MT"/>
              <a:buNone/>
            </a:pPr>
            <a:r>
              <a:rPr b="1" lang="en-IN" sz="4000">
                <a:latin typeface="Bell MT"/>
                <a:ea typeface="Bell MT"/>
                <a:cs typeface="Bell MT"/>
                <a:sym typeface="Bell MT"/>
              </a:rPr>
              <a:t>MODAL VERBS</a:t>
            </a:r>
            <a:endParaRPr b="1" sz="4000">
              <a:latin typeface="Bell MT"/>
              <a:ea typeface="Bell MT"/>
              <a:cs typeface="Bell MT"/>
              <a:sym typeface="Bell MT"/>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3"/>
          <p:cNvSpPr txBox="1"/>
          <p:nvPr>
            <p:ph type="title"/>
          </p:nvPr>
        </p:nvSpPr>
        <p:spPr>
          <a:xfrm>
            <a:off x="3512550" y="137294"/>
            <a:ext cx="5166900" cy="773400"/>
          </a:xfrm>
          <a:prstGeom prst="rect">
            <a:avLst/>
          </a:prstGeom>
          <a:solidFill>
            <a:srgbClr val="DCF1E7"/>
          </a:solidFill>
          <a:ln>
            <a:noFill/>
          </a:ln>
        </p:spPr>
        <p:txBody>
          <a:bodyPr anchorCtr="0" anchor="b" bIns="45700" lIns="91425" spcFirstLastPara="1" rIns="91425" wrap="square" tIns="45700">
            <a:normAutofit/>
          </a:bodyPr>
          <a:lstStyle/>
          <a:p>
            <a:pPr indent="0" lvl="0" marL="0" rtl="0" algn="ctr">
              <a:lnSpc>
                <a:spcPct val="110000"/>
              </a:lnSpc>
              <a:spcBef>
                <a:spcPts val="0"/>
              </a:spcBef>
              <a:spcAft>
                <a:spcPts val="0"/>
              </a:spcAft>
              <a:buSzPts val="1800"/>
              <a:buNone/>
            </a:pPr>
            <a:r>
              <a:rPr b="1" lang="en-IN" sz="3500">
                <a:latin typeface="Times New Roman"/>
                <a:ea typeface="Times New Roman"/>
                <a:cs typeface="Times New Roman"/>
                <a:sym typeface="Times New Roman"/>
              </a:rPr>
              <a:t>Modal Verbs</a:t>
            </a:r>
            <a:endParaRPr b="1" sz="3500">
              <a:latin typeface="Times New Roman"/>
              <a:ea typeface="Times New Roman"/>
              <a:cs typeface="Times New Roman"/>
              <a:sym typeface="Times New Roman"/>
            </a:endParaRPr>
          </a:p>
        </p:txBody>
      </p:sp>
      <p:sp>
        <p:nvSpPr>
          <p:cNvPr id="94" name="Google Shape;94;p3"/>
          <p:cNvSpPr txBox="1"/>
          <p:nvPr>
            <p:ph idx="1" type="body"/>
          </p:nvPr>
        </p:nvSpPr>
        <p:spPr>
          <a:xfrm>
            <a:off x="664906" y="1247503"/>
            <a:ext cx="10134600" cy="4655992"/>
          </a:xfrm>
          <a:prstGeom prst="rect">
            <a:avLst/>
          </a:prstGeom>
          <a:noFill/>
          <a:ln>
            <a:noFill/>
          </a:ln>
        </p:spPr>
        <p:txBody>
          <a:bodyPr anchorCtr="0" anchor="t" bIns="45700" lIns="91425" spcFirstLastPara="1" rIns="91425" wrap="square" tIns="45700">
            <a:normAutofit/>
          </a:bodyPr>
          <a:lstStyle/>
          <a:p>
            <a:pPr indent="0" lvl="0" marL="0" rtl="0" algn="l">
              <a:lnSpc>
                <a:spcPct val="115000"/>
              </a:lnSpc>
              <a:spcBef>
                <a:spcPts val="1200"/>
              </a:spcBef>
              <a:spcAft>
                <a:spcPts val="0"/>
              </a:spcAft>
              <a:buClr>
                <a:schemeClr val="dk1"/>
              </a:buClr>
              <a:buSzPts val="1100"/>
              <a:buFont typeface="Arial"/>
              <a:buNone/>
            </a:pPr>
            <a:r>
              <a:rPr b="1" lang="en-IN" sz="1800">
                <a:latin typeface="Times New Roman"/>
                <a:ea typeface="Times New Roman"/>
                <a:cs typeface="Times New Roman"/>
                <a:sym typeface="Times New Roman"/>
              </a:rPr>
              <a:t>Modal verbs</a:t>
            </a:r>
            <a:r>
              <a:rPr lang="en-IN" sz="1800">
                <a:latin typeface="Times New Roman"/>
                <a:ea typeface="Times New Roman"/>
                <a:cs typeface="Times New Roman"/>
                <a:sym typeface="Times New Roman"/>
              </a:rPr>
              <a:t> are auxiliary verbs (helping verbs) in the sense that they add to the meaning of the main verb to indicate possibility, capability, obligation, necessity, etc. </a:t>
            </a:r>
            <a:endParaRPr/>
          </a:p>
          <a:p>
            <a:pPr indent="0" lvl="0" marL="0" rtl="0" algn="l">
              <a:lnSpc>
                <a:spcPct val="115000"/>
              </a:lnSpc>
              <a:spcBef>
                <a:spcPts val="1200"/>
              </a:spcBef>
              <a:spcAft>
                <a:spcPts val="0"/>
              </a:spcAft>
              <a:buClr>
                <a:schemeClr val="dk1"/>
              </a:buClr>
              <a:buSzPts val="1100"/>
              <a:buFont typeface="Arial"/>
              <a:buNone/>
            </a:pPr>
            <a:r>
              <a:rPr i="1" lang="en-IN" sz="1800">
                <a:latin typeface="Times New Roman"/>
                <a:ea typeface="Times New Roman"/>
                <a:cs typeface="Times New Roman"/>
                <a:sym typeface="Times New Roman"/>
              </a:rPr>
              <a:t>Can, could, may, might, must, ought, etc</a:t>
            </a:r>
            <a:r>
              <a:rPr lang="en-IN" sz="1800">
                <a:latin typeface="Times New Roman"/>
                <a:ea typeface="Times New Roman"/>
                <a:cs typeface="Times New Roman"/>
                <a:sym typeface="Times New Roman"/>
              </a:rPr>
              <a:t>. are some of the commonly used modal verbs.</a:t>
            </a:r>
            <a:endParaRPr sz="1800">
              <a:latin typeface="Times New Roman"/>
              <a:ea typeface="Times New Roman"/>
              <a:cs typeface="Times New Roman"/>
              <a:sym typeface="Times New Roman"/>
            </a:endParaRPr>
          </a:p>
          <a:p>
            <a:pPr indent="0" lvl="0" marL="0" rtl="0" algn="l">
              <a:lnSpc>
                <a:spcPct val="115000"/>
              </a:lnSpc>
              <a:spcBef>
                <a:spcPts val="1200"/>
              </a:spcBef>
              <a:spcAft>
                <a:spcPts val="0"/>
              </a:spcAft>
              <a:buClr>
                <a:schemeClr val="dk1"/>
              </a:buClr>
              <a:buSzPts val="1100"/>
              <a:buFont typeface="Arial"/>
              <a:buNone/>
            </a:pPr>
            <a:r>
              <a:rPr lang="en-IN" sz="1800">
                <a:latin typeface="Times New Roman"/>
                <a:ea typeface="Times New Roman"/>
                <a:cs typeface="Times New Roman"/>
                <a:sym typeface="Times New Roman"/>
              </a:rPr>
              <a:t>e.g.: (i) I </a:t>
            </a:r>
            <a:r>
              <a:rPr i="1" lang="en-IN" sz="1800">
                <a:latin typeface="Times New Roman"/>
                <a:ea typeface="Times New Roman"/>
                <a:cs typeface="Times New Roman"/>
                <a:sym typeface="Times New Roman"/>
              </a:rPr>
              <a:t>could </a:t>
            </a:r>
            <a:r>
              <a:rPr lang="en-IN" sz="1800">
                <a:latin typeface="Times New Roman"/>
                <a:ea typeface="Times New Roman"/>
                <a:cs typeface="Times New Roman"/>
                <a:sym typeface="Times New Roman"/>
              </a:rPr>
              <a:t>win this round if I was not sick. (‘could’ adds emphasis on the main verb ‘do’ to indicate past capability)</a:t>
            </a:r>
            <a:endParaRPr sz="1800">
              <a:latin typeface="Times New Roman"/>
              <a:ea typeface="Times New Roman"/>
              <a:cs typeface="Times New Roman"/>
              <a:sym typeface="Times New Roman"/>
            </a:endParaRPr>
          </a:p>
          <a:p>
            <a:pPr indent="0" lvl="0" marL="0" rtl="0" algn="l">
              <a:lnSpc>
                <a:spcPct val="115000"/>
              </a:lnSpc>
              <a:spcBef>
                <a:spcPts val="1200"/>
              </a:spcBef>
              <a:spcAft>
                <a:spcPts val="0"/>
              </a:spcAft>
              <a:buClr>
                <a:schemeClr val="dk1"/>
              </a:buClr>
              <a:buSzPts val="1100"/>
              <a:buFont typeface="Arial"/>
              <a:buNone/>
            </a:pPr>
            <a:r>
              <a:rPr lang="en-IN" sz="1800">
                <a:latin typeface="Times New Roman"/>
                <a:ea typeface="Times New Roman"/>
                <a:cs typeface="Times New Roman"/>
                <a:sym typeface="Times New Roman"/>
              </a:rPr>
              <a:t>     (ii) You </a:t>
            </a:r>
            <a:r>
              <a:rPr i="1" lang="en-IN" sz="1800">
                <a:latin typeface="Times New Roman"/>
                <a:ea typeface="Times New Roman"/>
                <a:cs typeface="Times New Roman"/>
                <a:sym typeface="Times New Roman"/>
              </a:rPr>
              <a:t>must</a:t>
            </a:r>
            <a:r>
              <a:rPr lang="en-IN" sz="1800">
                <a:latin typeface="Times New Roman"/>
                <a:ea typeface="Times New Roman"/>
                <a:cs typeface="Times New Roman"/>
                <a:sym typeface="Times New Roman"/>
              </a:rPr>
              <a:t> call them once before leaving. (‘must’ adds emphasis on the main verb ‘call’ to indicate obligation.</a:t>
            </a:r>
            <a:endParaRPr sz="1800">
              <a:latin typeface="Times New Roman"/>
              <a:ea typeface="Times New Roman"/>
              <a:cs typeface="Times New Roman"/>
              <a:sym typeface="Times New Roman"/>
            </a:endParaRPr>
          </a:p>
          <a:p>
            <a:pPr indent="0" lvl="0" marL="0" rtl="0" algn="l">
              <a:lnSpc>
                <a:spcPct val="110000"/>
              </a:lnSpc>
              <a:spcBef>
                <a:spcPts val="1200"/>
              </a:spcBef>
              <a:spcAft>
                <a:spcPts val="1600"/>
              </a:spcAft>
              <a:buSzPts val="1800"/>
              <a:buNone/>
            </a:pPr>
            <a:r>
              <a:t/>
            </a:r>
            <a:endParaRPr sz="1800">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4"/>
          <p:cNvSpPr txBox="1"/>
          <p:nvPr>
            <p:ph idx="1" type="body"/>
          </p:nvPr>
        </p:nvSpPr>
        <p:spPr>
          <a:xfrm>
            <a:off x="309716" y="125362"/>
            <a:ext cx="11744632" cy="6732637"/>
          </a:xfrm>
          <a:prstGeom prst="rect">
            <a:avLst/>
          </a:prstGeom>
          <a:noFill/>
          <a:ln>
            <a:noFill/>
          </a:ln>
        </p:spPr>
        <p:txBody>
          <a:bodyPr anchorCtr="0" anchor="t" bIns="45700" lIns="91425" spcFirstLastPara="1" rIns="91425" wrap="square" tIns="45700">
            <a:normAutofit fontScale="25000" lnSpcReduction="20000"/>
          </a:bodyPr>
          <a:lstStyle/>
          <a:p>
            <a:pPr indent="-342900" lvl="0" marL="457200" rtl="0" algn="l">
              <a:lnSpc>
                <a:spcPct val="110000"/>
              </a:lnSpc>
              <a:spcBef>
                <a:spcPts val="1000"/>
              </a:spcBef>
              <a:spcAft>
                <a:spcPts val="0"/>
              </a:spcAft>
              <a:buSzPct val="300000"/>
              <a:buNone/>
            </a:pPr>
            <a:r>
              <a:t/>
            </a:r>
            <a:endParaRPr/>
          </a:p>
          <a:p>
            <a:pPr indent="-342900" lvl="0" marL="457200" rtl="0" algn="l">
              <a:lnSpc>
                <a:spcPct val="110000"/>
              </a:lnSpc>
              <a:spcBef>
                <a:spcPts val="1000"/>
              </a:spcBef>
              <a:spcAft>
                <a:spcPts val="0"/>
              </a:spcAft>
              <a:buSzPct val="128571"/>
              <a:buNone/>
            </a:pPr>
            <a:r>
              <a:rPr b="1" lang="en-IN" sz="5600">
                <a:latin typeface="Times New Roman"/>
                <a:ea typeface="Times New Roman"/>
                <a:cs typeface="Times New Roman"/>
                <a:sym typeface="Times New Roman"/>
              </a:rPr>
              <a:t>Complete the following sentences with correct modal auxiliaries given in the following list. (</a:t>
            </a:r>
            <a:r>
              <a:rPr b="1" i="1" lang="en-IN" sz="5600">
                <a:latin typeface="Times New Roman"/>
                <a:ea typeface="Times New Roman"/>
                <a:cs typeface="Times New Roman"/>
                <a:sym typeface="Times New Roman"/>
              </a:rPr>
              <a:t>can</a:t>
            </a:r>
            <a:r>
              <a:rPr b="1" lang="en-IN" sz="5600">
                <a:latin typeface="Times New Roman"/>
                <a:ea typeface="Times New Roman"/>
                <a:cs typeface="Times New Roman"/>
                <a:sym typeface="Times New Roman"/>
              </a:rPr>
              <a:t>, </a:t>
            </a:r>
            <a:r>
              <a:rPr b="1" i="1" lang="en-IN" sz="5600">
                <a:latin typeface="Times New Roman"/>
                <a:ea typeface="Times New Roman"/>
                <a:cs typeface="Times New Roman"/>
                <a:sym typeface="Times New Roman"/>
              </a:rPr>
              <a:t>would, may, could, should, had better, must, have to, can’t, couldn’t, mustn’t, don’t have to</a:t>
            </a:r>
            <a:r>
              <a:rPr b="1" lang="en-IN" sz="5600">
                <a:latin typeface="Times New Roman"/>
                <a:ea typeface="Times New Roman"/>
                <a:cs typeface="Times New Roman"/>
                <a:sym typeface="Times New Roman"/>
              </a:rPr>
              <a:t>) </a:t>
            </a:r>
            <a:endParaRPr sz="5600">
              <a:latin typeface="Times New Roman"/>
              <a:ea typeface="Times New Roman"/>
              <a:cs typeface="Times New Roman"/>
              <a:sym typeface="Times New Roman"/>
            </a:endParaRPr>
          </a:p>
          <a:p>
            <a:pPr indent="-342900" lvl="0" marL="457200" rtl="0" algn="l">
              <a:lnSpc>
                <a:spcPct val="110000"/>
              </a:lnSpc>
              <a:spcBef>
                <a:spcPts val="1000"/>
              </a:spcBef>
              <a:spcAft>
                <a:spcPts val="0"/>
              </a:spcAft>
              <a:buSzPct val="146938"/>
              <a:buNone/>
            </a:pPr>
            <a:r>
              <a:rPr lang="en-IN" sz="4900">
                <a:latin typeface="Times New Roman"/>
                <a:ea typeface="Times New Roman"/>
                <a:cs typeface="Times New Roman"/>
                <a:sym typeface="Times New Roman"/>
              </a:rPr>
              <a:t> </a:t>
            </a:r>
            <a:endParaRPr/>
          </a:p>
          <a:p>
            <a:pPr indent="-342900" lvl="0" marL="457200" rtl="0" algn="l">
              <a:lnSpc>
                <a:spcPct val="110000"/>
              </a:lnSpc>
              <a:spcBef>
                <a:spcPts val="1000"/>
              </a:spcBef>
              <a:spcAft>
                <a:spcPts val="0"/>
              </a:spcAft>
              <a:buSzPct val="112500"/>
              <a:buNone/>
            </a:pPr>
            <a:r>
              <a:rPr lang="en-IN" sz="6400">
                <a:latin typeface="Times New Roman"/>
                <a:ea typeface="Times New Roman"/>
                <a:cs typeface="Times New Roman"/>
                <a:sym typeface="Times New Roman"/>
              </a:rPr>
              <a:t>1. Thank goodness we ___________________ take the bus today. My uncle’s coming to pick us after class. </a:t>
            </a:r>
            <a:endParaRPr/>
          </a:p>
          <a:p>
            <a:pPr indent="-342900" lvl="0" marL="457200" rtl="0" algn="l">
              <a:lnSpc>
                <a:spcPct val="110000"/>
              </a:lnSpc>
              <a:spcBef>
                <a:spcPts val="1000"/>
              </a:spcBef>
              <a:spcAft>
                <a:spcPts val="0"/>
              </a:spcAft>
              <a:buSzPct val="112500"/>
              <a:buNone/>
            </a:pPr>
            <a:r>
              <a:rPr lang="en-IN" sz="6400">
                <a:latin typeface="Times New Roman"/>
                <a:ea typeface="Times New Roman"/>
                <a:cs typeface="Times New Roman"/>
                <a:sym typeface="Times New Roman"/>
              </a:rPr>
              <a:t>2. (</a:t>
            </a:r>
            <a:r>
              <a:rPr i="1" lang="en-IN" sz="6400">
                <a:latin typeface="Times New Roman"/>
                <a:ea typeface="Times New Roman"/>
                <a:cs typeface="Times New Roman"/>
                <a:sym typeface="Times New Roman"/>
              </a:rPr>
              <a:t>You</a:t>
            </a:r>
            <a:r>
              <a:rPr lang="en-IN" sz="6400">
                <a:latin typeface="Times New Roman"/>
                <a:ea typeface="Times New Roman"/>
                <a:cs typeface="Times New Roman"/>
                <a:sym typeface="Times New Roman"/>
              </a:rPr>
              <a:t>) ___________________ leave so early? </a:t>
            </a:r>
            <a:endParaRPr/>
          </a:p>
          <a:p>
            <a:pPr indent="-342900" lvl="0" marL="457200" rtl="0" algn="l">
              <a:lnSpc>
                <a:spcPct val="110000"/>
              </a:lnSpc>
              <a:spcBef>
                <a:spcPts val="1000"/>
              </a:spcBef>
              <a:spcAft>
                <a:spcPts val="0"/>
              </a:spcAft>
              <a:buSzPct val="112500"/>
              <a:buNone/>
            </a:pPr>
            <a:r>
              <a:rPr lang="en-IN" sz="6400">
                <a:latin typeface="Times New Roman"/>
                <a:ea typeface="Times New Roman"/>
                <a:cs typeface="Times New Roman"/>
                <a:sym typeface="Times New Roman"/>
              </a:rPr>
              <a:t>     B: I’m afraid I do. I have some work I __________ finish before I go to bed tonight.</a:t>
            </a:r>
            <a:endParaRPr/>
          </a:p>
          <a:p>
            <a:pPr indent="-342900" lvl="0" marL="457200" rtl="0" algn="l">
              <a:lnSpc>
                <a:spcPct val="110000"/>
              </a:lnSpc>
              <a:spcBef>
                <a:spcPts val="1000"/>
              </a:spcBef>
              <a:spcAft>
                <a:spcPts val="0"/>
              </a:spcAft>
              <a:buSzPct val="112500"/>
              <a:buNone/>
            </a:pPr>
            <a:r>
              <a:rPr lang="en-IN" sz="6400">
                <a:latin typeface="Times New Roman"/>
                <a:ea typeface="Times New Roman"/>
                <a:cs typeface="Times New Roman"/>
                <a:sym typeface="Times New Roman"/>
              </a:rPr>
              <a:t>3. __________ you have a wonderful exam today!</a:t>
            </a:r>
            <a:endParaRPr/>
          </a:p>
          <a:p>
            <a:pPr indent="-342900" lvl="0" marL="457200" rtl="0" algn="l">
              <a:lnSpc>
                <a:spcPct val="110000"/>
              </a:lnSpc>
              <a:spcBef>
                <a:spcPts val="1000"/>
              </a:spcBef>
              <a:spcAft>
                <a:spcPts val="0"/>
              </a:spcAft>
              <a:buSzPct val="112500"/>
              <a:buNone/>
            </a:pPr>
            <a:r>
              <a:rPr lang="en-IN" sz="6400">
                <a:latin typeface="Times New Roman"/>
                <a:ea typeface="Times New Roman"/>
                <a:cs typeface="Times New Roman"/>
                <a:sym typeface="Times New Roman"/>
              </a:rPr>
              <a:t>4. You__________ call her tonight. I have been missing her calls for the past week. </a:t>
            </a:r>
            <a:endParaRPr/>
          </a:p>
          <a:p>
            <a:pPr indent="-342900" lvl="0" marL="457200" rtl="0" algn="l">
              <a:lnSpc>
                <a:spcPct val="110000"/>
              </a:lnSpc>
              <a:spcBef>
                <a:spcPts val="1000"/>
              </a:spcBef>
              <a:spcAft>
                <a:spcPts val="0"/>
              </a:spcAft>
              <a:buSzPct val="112500"/>
              <a:buNone/>
            </a:pPr>
            <a:r>
              <a:rPr lang="en-IN" sz="6400">
                <a:latin typeface="Times New Roman"/>
                <a:ea typeface="Times New Roman"/>
                <a:cs typeface="Times New Roman"/>
                <a:sym typeface="Times New Roman"/>
              </a:rPr>
              <a:t>5. I __________ definitely be at the airport to receive you.</a:t>
            </a:r>
            <a:endParaRPr/>
          </a:p>
          <a:p>
            <a:pPr indent="-342900" lvl="0" marL="457200" rtl="0" algn="l">
              <a:lnSpc>
                <a:spcPct val="110000"/>
              </a:lnSpc>
              <a:spcBef>
                <a:spcPts val="1000"/>
              </a:spcBef>
              <a:spcAft>
                <a:spcPts val="0"/>
              </a:spcAft>
              <a:buSzPct val="112500"/>
              <a:buNone/>
            </a:pPr>
            <a:r>
              <a:rPr lang="en-IN" sz="6400">
                <a:latin typeface="Times New Roman"/>
                <a:ea typeface="Times New Roman"/>
                <a:cs typeface="Times New Roman"/>
                <a:sym typeface="Times New Roman"/>
              </a:rPr>
              <a:t> 6. I ___________ climb the mango trees when I was a child.</a:t>
            </a:r>
            <a:endParaRPr/>
          </a:p>
          <a:p>
            <a:pPr indent="-342900" lvl="0" marL="457200" rtl="0" algn="l">
              <a:lnSpc>
                <a:spcPct val="110000"/>
              </a:lnSpc>
              <a:spcBef>
                <a:spcPts val="1000"/>
              </a:spcBef>
              <a:spcAft>
                <a:spcPts val="0"/>
              </a:spcAft>
              <a:buSzPct val="112500"/>
              <a:buNone/>
            </a:pPr>
            <a:r>
              <a:rPr lang="en-IN" sz="6400">
                <a:latin typeface="Times New Roman"/>
                <a:ea typeface="Times New Roman"/>
                <a:cs typeface="Times New Roman"/>
                <a:sym typeface="Times New Roman"/>
              </a:rPr>
              <a:t>7. If you want to get a better feeling for how Raniganj is laid out, you ___________ walk down town and explore the riverside.</a:t>
            </a:r>
            <a:endParaRPr/>
          </a:p>
          <a:p>
            <a:pPr indent="-342900" lvl="0" marL="457200" rtl="0" algn="l">
              <a:lnSpc>
                <a:spcPct val="110000"/>
              </a:lnSpc>
              <a:spcBef>
                <a:spcPts val="1000"/>
              </a:spcBef>
              <a:spcAft>
                <a:spcPts val="0"/>
              </a:spcAft>
              <a:buSzPct val="146938"/>
              <a:buNone/>
            </a:pPr>
            <a:r>
              <a:rPr lang="en-IN" sz="4900">
                <a:latin typeface="Times New Roman"/>
                <a:ea typeface="Times New Roman"/>
                <a:cs typeface="Times New Roman"/>
                <a:sym typeface="Times New Roman"/>
              </a:rPr>
              <a:t> </a:t>
            </a:r>
            <a:endParaRPr/>
          </a:p>
          <a:p>
            <a:pPr indent="-342900" lvl="0" marL="457200" rtl="0" algn="l">
              <a:lnSpc>
                <a:spcPct val="110000"/>
              </a:lnSpc>
              <a:spcBef>
                <a:spcPts val="1000"/>
              </a:spcBef>
              <a:spcAft>
                <a:spcPts val="0"/>
              </a:spcAft>
              <a:buSzPct val="146938"/>
              <a:buNone/>
            </a:pPr>
            <a:r>
              <a:rPr lang="en-IN" sz="4900">
                <a:latin typeface="Times New Roman"/>
                <a:ea typeface="Times New Roman"/>
                <a:cs typeface="Times New Roman"/>
                <a:sym typeface="Times New Roman"/>
              </a:rPr>
              <a:t> </a:t>
            </a:r>
            <a:endParaRPr/>
          </a:p>
          <a:p>
            <a:pPr indent="-342900" lvl="0" marL="457200" rtl="0" algn="l">
              <a:lnSpc>
                <a:spcPct val="110000"/>
              </a:lnSpc>
              <a:spcBef>
                <a:spcPts val="1000"/>
              </a:spcBef>
              <a:spcAft>
                <a:spcPts val="0"/>
              </a:spcAft>
              <a:buSzPct val="128571"/>
              <a:buNone/>
            </a:pPr>
            <a:r>
              <a:rPr b="1" lang="en-IN" sz="5600">
                <a:latin typeface="Times New Roman"/>
                <a:ea typeface="Times New Roman"/>
                <a:cs typeface="Times New Roman"/>
                <a:sym typeface="Times New Roman"/>
              </a:rPr>
              <a:t>Fill in the blanks with the correct modals given in the brackets.</a:t>
            </a:r>
            <a:endParaRPr/>
          </a:p>
          <a:p>
            <a:pPr indent="-342900" lvl="0" marL="457200" rtl="0" algn="l">
              <a:lnSpc>
                <a:spcPct val="110000"/>
              </a:lnSpc>
              <a:spcBef>
                <a:spcPts val="1000"/>
              </a:spcBef>
              <a:spcAft>
                <a:spcPts val="0"/>
              </a:spcAft>
              <a:buSzPct val="112500"/>
              <a:buNone/>
            </a:pPr>
            <a:r>
              <a:rPr lang="en-IN" sz="6400">
                <a:latin typeface="Times New Roman"/>
                <a:ea typeface="Times New Roman"/>
                <a:cs typeface="Times New Roman"/>
                <a:sym typeface="Times New Roman"/>
              </a:rPr>
              <a:t>I’m sure I left my keys on the table. They____ (may/ might/ must) be there. I’ve looked everywhere else. I _____ (should/ can/ could) ask my roommate to check but I think she _____(may/ will/ should) have left for her classes. If I don’t find them, I ____ (can/ would/ will) not be able to enter my room unless my roommate arrives. I _____ (must/ should/ may) call my roommate but I am not sure if she will answer.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5"/>
          <p:cNvSpPr txBox="1"/>
          <p:nvPr>
            <p:ph type="title"/>
          </p:nvPr>
        </p:nvSpPr>
        <p:spPr>
          <a:xfrm>
            <a:off x="3785493" y="2751483"/>
            <a:ext cx="4621011" cy="1355033"/>
          </a:xfrm>
          <a:prstGeom prst="rect">
            <a:avLst/>
          </a:prstGeom>
          <a:solidFill>
            <a:srgbClr val="C9ABE3"/>
          </a:solidFill>
          <a:ln cap="flat" cmpd="sng" w="9525">
            <a:solidFill>
              <a:srgbClr val="002060"/>
            </a:solidFill>
            <a:prstDash val="solid"/>
            <a:round/>
            <a:headEnd len="sm" w="sm" type="none"/>
            <a:tailEnd len="sm" w="sm" type="none"/>
          </a:ln>
        </p:spPr>
        <p:txBody>
          <a:bodyPr anchorCtr="0" anchor="b" bIns="45700" lIns="91425" spcFirstLastPara="1" rIns="91425" wrap="square" tIns="45700">
            <a:noAutofit/>
          </a:bodyPr>
          <a:lstStyle/>
          <a:p>
            <a:pPr indent="0" lvl="0" marL="0" rtl="0" algn="ctr">
              <a:lnSpc>
                <a:spcPct val="110000"/>
              </a:lnSpc>
              <a:spcBef>
                <a:spcPts val="0"/>
              </a:spcBef>
              <a:spcAft>
                <a:spcPts val="0"/>
              </a:spcAft>
              <a:buClr>
                <a:schemeClr val="dk2"/>
              </a:buClr>
              <a:buSzPts val="8000"/>
              <a:buFont typeface="Bell MT"/>
              <a:buNone/>
            </a:pPr>
            <a:r>
              <a:rPr b="1" lang="en-IN" sz="8000">
                <a:latin typeface="Bell MT"/>
                <a:ea typeface="Bell MT"/>
                <a:cs typeface="Bell MT"/>
                <a:sym typeface="Bell MT"/>
              </a:rPr>
              <a:t>Answers</a:t>
            </a:r>
            <a:endParaRPr/>
          </a:p>
        </p:txBody>
      </p:sp>
      <p:sp>
        <p:nvSpPr>
          <p:cNvPr id="105" name="Google Shape;105;p5"/>
          <p:cNvSpPr txBox="1"/>
          <p:nvPr>
            <p:ph idx="1" type="body"/>
          </p:nvPr>
        </p:nvSpPr>
        <p:spPr>
          <a:xfrm>
            <a:off x="221226" y="815008"/>
            <a:ext cx="11749547" cy="5944669"/>
          </a:xfrm>
          <a:prstGeom prst="rect">
            <a:avLst/>
          </a:prstGeom>
          <a:noFill/>
          <a:ln>
            <a:noFill/>
          </a:ln>
        </p:spPr>
        <p:txBody>
          <a:bodyPr anchorCtr="0" anchor="t" bIns="45700" lIns="91425" spcFirstLastPara="1" rIns="91425" wrap="square" tIns="45700">
            <a:noAutofit/>
          </a:bodyPr>
          <a:lstStyle/>
          <a:p>
            <a:pPr indent="-203200" lvl="0" marL="342900" rtl="0" algn="l">
              <a:lnSpc>
                <a:spcPct val="107000"/>
              </a:lnSpc>
              <a:spcBef>
                <a:spcPts val="0"/>
              </a:spcBef>
              <a:spcAft>
                <a:spcPts val="0"/>
              </a:spcAft>
              <a:buClr>
                <a:schemeClr val="dk2"/>
              </a:buClr>
              <a:buSzPts val="2200"/>
              <a:buFont typeface="Arial"/>
              <a:buNone/>
            </a:pPr>
            <a:r>
              <a:t/>
            </a:r>
            <a:endParaRPr b="1" sz="2200">
              <a:latin typeface="Times New Roman"/>
              <a:ea typeface="Times New Roman"/>
              <a:cs typeface="Times New Roman"/>
              <a:sym typeface="Times New Roman"/>
            </a:endParaRPr>
          </a:p>
          <a:p>
            <a:pPr indent="-203200" lvl="0" marL="342900" rtl="0" algn="l">
              <a:lnSpc>
                <a:spcPct val="107000"/>
              </a:lnSpc>
              <a:spcBef>
                <a:spcPts val="1000"/>
              </a:spcBef>
              <a:spcAft>
                <a:spcPts val="0"/>
              </a:spcAft>
              <a:buClr>
                <a:schemeClr val="dk2"/>
              </a:buClr>
              <a:buSzPts val="2200"/>
              <a:buFont typeface="Arial"/>
              <a:buNone/>
            </a:pPr>
            <a:r>
              <a:t/>
            </a:r>
            <a:endParaRPr sz="2200">
              <a:latin typeface="Arial"/>
              <a:ea typeface="Arial"/>
              <a:cs typeface="Arial"/>
              <a:sym typeface="Arial"/>
            </a:endParaRPr>
          </a:p>
          <a:p>
            <a:pPr indent="0" lvl="0" marL="685800" rtl="0" algn="l">
              <a:lnSpc>
                <a:spcPct val="107000"/>
              </a:lnSpc>
              <a:spcBef>
                <a:spcPts val="1000"/>
              </a:spcBef>
              <a:spcAft>
                <a:spcPts val="0"/>
              </a:spcAft>
              <a:buClr>
                <a:schemeClr val="dk2"/>
              </a:buClr>
              <a:buSzPts val="2200"/>
              <a:buFont typeface="Times New Roman"/>
              <a:buNone/>
            </a:pPr>
            <a:r>
              <a:rPr lang="en-IN" sz="2200">
                <a:latin typeface="Times New Roman"/>
                <a:ea typeface="Times New Roman"/>
                <a:cs typeface="Times New Roman"/>
                <a:sym typeface="Times New Roman"/>
              </a:rPr>
              <a:t> </a:t>
            </a:r>
            <a:endParaRPr sz="2200">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6"/>
          <p:cNvSpPr txBox="1"/>
          <p:nvPr/>
        </p:nvSpPr>
        <p:spPr>
          <a:xfrm>
            <a:off x="221226" y="83575"/>
            <a:ext cx="11749548" cy="737330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IN" sz="1700" u="none" cap="none" strike="noStrike">
                <a:solidFill>
                  <a:srgbClr val="000000"/>
                </a:solidFill>
                <a:latin typeface="Times New Roman"/>
                <a:ea typeface="Times New Roman"/>
                <a:cs typeface="Times New Roman"/>
                <a:sym typeface="Times New Roman"/>
              </a:rPr>
              <a:t>Complete the following sentences with correct modal auxiliaries given in the following list. (can, would, may, could, should, had better, must, have to, can’t, couldn’t, mustn’t, don’t have to)</a:t>
            </a:r>
            <a:endParaRPr/>
          </a:p>
          <a:p>
            <a:pPr indent="0" lvl="0" marL="0" marR="0" rtl="0" algn="l">
              <a:lnSpc>
                <a:spcPct val="100000"/>
              </a:lnSpc>
              <a:spcBef>
                <a:spcPts val="0"/>
              </a:spcBef>
              <a:spcAft>
                <a:spcPts val="0"/>
              </a:spcAft>
              <a:buNone/>
            </a:pPr>
            <a:r>
              <a:t/>
            </a:r>
            <a:endParaRPr b="0" i="0" sz="1700" u="none" cap="none" strike="noStrike">
              <a:solidFill>
                <a:srgbClr val="000000"/>
              </a:solidFill>
              <a:latin typeface="Times New Roman"/>
              <a:ea typeface="Times New Roman"/>
              <a:cs typeface="Times New Roman"/>
              <a:sym typeface="Times New Roman"/>
            </a:endParaRPr>
          </a:p>
          <a:p>
            <a:pPr indent="-114300" lvl="0" marL="0" marR="0" rtl="0" algn="l">
              <a:lnSpc>
                <a:spcPct val="100000"/>
              </a:lnSpc>
              <a:spcBef>
                <a:spcPts val="0"/>
              </a:spcBef>
              <a:spcAft>
                <a:spcPts val="0"/>
              </a:spcAft>
              <a:buClr>
                <a:srgbClr val="000000"/>
              </a:buClr>
              <a:buSzPts val="1800"/>
              <a:buFont typeface="Arial"/>
              <a:buAutoNum type="arabicPeriod"/>
            </a:pPr>
            <a:r>
              <a:rPr b="0" i="0" lang="en-IN" sz="1800" u="none" cap="none" strike="noStrike">
                <a:solidFill>
                  <a:srgbClr val="000000"/>
                </a:solidFill>
                <a:latin typeface="Times New Roman"/>
                <a:ea typeface="Times New Roman"/>
                <a:cs typeface="Times New Roman"/>
                <a:sym typeface="Times New Roman"/>
              </a:rPr>
              <a:t>Thank goodness we</a:t>
            </a:r>
            <a:r>
              <a:rPr b="1" i="0" lang="en-IN" sz="1800" u="none" cap="none" strike="noStrike">
                <a:solidFill>
                  <a:srgbClr val="000000"/>
                </a:solidFill>
                <a:latin typeface="Times New Roman"/>
                <a:ea typeface="Times New Roman"/>
                <a:cs typeface="Times New Roman"/>
                <a:sym typeface="Times New Roman"/>
              </a:rPr>
              <a:t> don’t have to</a:t>
            </a:r>
            <a:r>
              <a:rPr b="0" i="0" lang="en-IN" sz="1800" u="none" cap="none" strike="noStrike">
                <a:solidFill>
                  <a:srgbClr val="000000"/>
                </a:solidFill>
                <a:latin typeface="Times New Roman"/>
                <a:ea typeface="Times New Roman"/>
                <a:cs typeface="Times New Roman"/>
                <a:sym typeface="Times New Roman"/>
              </a:rPr>
              <a:t> take the bus today. My uncle’s coming to pick us after class. </a:t>
            </a:r>
            <a:endParaRPr/>
          </a:p>
          <a:p>
            <a:pPr indent="0" lvl="5" marL="0" marR="0" rtl="0" algn="l">
              <a:lnSpc>
                <a:spcPct val="100000"/>
              </a:lnSpc>
              <a:spcBef>
                <a:spcPts val="0"/>
              </a:spcBef>
              <a:spcAft>
                <a:spcPts val="0"/>
              </a:spcAft>
              <a:buNone/>
            </a:pPr>
            <a:r>
              <a:rPr b="0" i="0" lang="en-IN" sz="1800" u="none" cap="none" strike="noStrike">
                <a:solidFill>
                  <a:srgbClr val="000000"/>
                </a:solidFill>
                <a:latin typeface="Times New Roman"/>
                <a:ea typeface="Times New Roman"/>
                <a:cs typeface="Times New Roman"/>
                <a:sym typeface="Times New Roman"/>
              </a:rPr>
              <a:t>	(lack of obligation or necessity (but there is a component of choice unlike ‘must’) – more fitting than ‘won’t’ which 	expresses future certainty or ‘can’t’ which expresses inability) </a:t>
            </a:r>
            <a:endParaRPr/>
          </a:p>
          <a:p>
            <a:pPr indent="-114300" lvl="0" marL="0" marR="0" rtl="0" algn="l">
              <a:lnSpc>
                <a:spcPct val="100000"/>
              </a:lnSpc>
              <a:spcBef>
                <a:spcPts val="0"/>
              </a:spcBef>
              <a:spcAft>
                <a:spcPts val="0"/>
              </a:spcAft>
              <a:buClr>
                <a:srgbClr val="000000"/>
              </a:buClr>
              <a:buSzPts val="1800"/>
              <a:buFont typeface="Arial"/>
              <a:buAutoNum type="arabicPeriod"/>
            </a:pPr>
            <a:r>
              <a:rPr b="0" i="0" lang="en-IN" sz="1800" u="none" cap="none" strike="noStrike">
                <a:solidFill>
                  <a:srgbClr val="000000"/>
                </a:solidFill>
                <a:latin typeface="Times New Roman"/>
                <a:ea typeface="Times New Roman"/>
                <a:cs typeface="Times New Roman"/>
                <a:sym typeface="Times New Roman"/>
              </a:rPr>
              <a:t>(You) </a:t>
            </a:r>
            <a:r>
              <a:rPr b="1" i="0" lang="en-IN" sz="1800" u="none" cap="none" strike="noStrike">
                <a:solidFill>
                  <a:srgbClr val="000000"/>
                </a:solidFill>
                <a:latin typeface="Times New Roman"/>
                <a:ea typeface="Times New Roman"/>
                <a:cs typeface="Times New Roman"/>
                <a:sym typeface="Times New Roman"/>
              </a:rPr>
              <a:t>You have to</a:t>
            </a:r>
            <a:r>
              <a:rPr b="0" i="0" lang="en-IN" sz="1800" u="none" cap="none" strike="noStrike">
                <a:solidFill>
                  <a:srgbClr val="000000"/>
                </a:solidFill>
                <a:latin typeface="Times New Roman"/>
                <a:ea typeface="Times New Roman"/>
                <a:cs typeface="Times New Roman"/>
                <a:sym typeface="Times New Roman"/>
              </a:rPr>
              <a:t> leave so early?</a:t>
            </a:r>
            <a:endParaRPr/>
          </a:p>
          <a:p>
            <a:pPr indent="0" lvl="0" marL="457200" marR="0" rtl="0" algn="l">
              <a:lnSpc>
                <a:spcPct val="100000"/>
              </a:lnSpc>
              <a:spcBef>
                <a:spcPts val="0"/>
              </a:spcBef>
              <a:spcAft>
                <a:spcPts val="0"/>
              </a:spcAft>
              <a:buNone/>
            </a:pPr>
            <a:r>
              <a:rPr b="0" i="0" lang="en-IN" sz="1800" u="none" cap="none" strike="noStrike">
                <a:solidFill>
                  <a:srgbClr val="000000"/>
                </a:solidFill>
                <a:latin typeface="Times New Roman"/>
                <a:ea typeface="Times New Roman"/>
                <a:cs typeface="Times New Roman"/>
                <a:sym typeface="Times New Roman"/>
              </a:rPr>
              <a:t>	I’m afraid I do. I have some work I </a:t>
            </a:r>
            <a:r>
              <a:rPr b="1" i="0" lang="en-IN" sz="1800" u="none" cap="none" strike="noStrike">
                <a:solidFill>
                  <a:srgbClr val="000000"/>
                </a:solidFill>
                <a:latin typeface="Times New Roman"/>
                <a:ea typeface="Times New Roman"/>
                <a:cs typeface="Times New Roman"/>
                <a:sym typeface="Times New Roman"/>
              </a:rPr>
              <a:t>must/ have to</a:t>
            </a:r>
            <a:r>
              <a:rPr b="0" i="0" lang="en-IN" sz="1800" u="none" cap="none" strike="noStrike">
                <a:solidFill>
                  <a:srgbClr val="000000"/>
                </a:solidFill>
                <a:latin typeface="Times New Roman"/>
                <a:ea typeface="Times New Roman"/>
                <a:cs typeface="Times New Roman"/>
                <a:sym typeface="Times New Roman"/>
              </a:rPr>
              <a:t> finish before I go to bed tonight.</a:t>
            </a:r>
            <a:endParaRPr/>
          </a:p>
          <a:p>
            <a:pPr indent="0" lvl="0" marL="457200" marR="0" rtl="0" algn="l">
              <a:lnSpc>
                <a:spcPct val="100000"/>
              </a:lnSpc>
              <a:spcBef>
                <a:spcPts val="0"/>
              </a:spcBef>
              <a:spcAft>
                <a:spcPts val="0"/>
              </a:spcAft>
              <a:buNone/>
            </a:pPr>
            <a:r>
              <a:rPr b="0" i="0" lang="en-IN" sz="1800" u="none" cap="none" strike="noStrike">
                <a:solidFill>
                  <a:srgbClr val="000000"/>
                </a:solidFill>
                <a:latin typeface="Times New Roman"/>
                <a:ea typeface="Times New Roman"/>
                <a:cs typeface="Times New Roman"/>
                <a:sym typeface="Times New Roman"/>
              </a:rPr>
              <a:t>	(strong personal obligation (must)/ (have to)expresses external obligation or necessity – more fitting than ‘can’ 	(ability), should (advice or recommendation))</a:t>
            </a:r>
            <a:endParaRPr/>
          </a:p>
          <a:p>
            <a:pPr indent="-114300" lvl="0" marL="0" marR="0" rtl="0" algn="l">
              <a:lnSpc>
                <a:spcPct val="100000"/>
              </a:lnSpc>
              <a:spcBef>
                <a:spcPts val="0"/>
              </a:spcBef>
              <a:spcAft>
                <a:spcPts val="0"/>
              </a:spcAft>
              <a:buClr>
                <a:srgbClr val="000000"/>
              </a:buClr>
              <a:buSzPts val="1800"/>
              <a:buFont typeface="Arial"/>
              <a:buAutoNum type="arabicPeriod" startAt="3"/>
            </a:pPr>
            <a:r>
              <a:rPr b="0" i="0" lang="en-IN" sz="1800" u="none" cap="none" strike="noStrike">
                <a:solidFill>
                  <a:srgbClr val="000000"/>
                </a:solidFill>
                <a:latin typeface="Times New Roman"/>
                <a:ea typeface="Times New Roman"/>
                <a:cs typeface="Times New Roman"/>
                <a:sym typeface="Times New Roman"/>
              </a:rPr>
              <a:t> </a:t>
            </a:r>
            <a:r>
              <a:rPr b="1" i="0" lang="en-IN" sz="1800" u="none" cap="none" strike="noStrike">
                <a:solidFill>
                  <a:srgbClr val="000000"/>
                </a:solidFill>
                <a:latin typeface="Times New Roman"/>
                <a:ea typeface="Times New Roman"/>
                <a:cs typeface="Times New Roman"/>
                <a:sym typeface="Times New Roman"/>
              </a:rPr>
              <a:t>May</a:t>
            </a:r>
            <a:r>
              <a:rPr b="0" i="0" lang="en-IN" sz="1800" u="none" cap="none" strike="noStrike">
                <a:solidFill>
                  <a:srgbClr val="000000"/>
                </a:solidFill>
                <a:latin typeface="Times New Roman"/>
                <a:ea typeface="Times New Roman"/>
                <a:cs typeface="Times New Roman"/>
                <a:sym typeface="Times New Roman"/>
              </a:rPr>
              <a:t> you have a wonderful exam today!</a:t>
            </a:r>
            <a:endParaRPr/>
          </a:p>
          <a:p>
            <a:pPr indent="0" lvl="0" marL="457200" marR="0" rtl="0" algn="l">
              <a:lnSpc>
                <a:spcPct val="100000"/>
              </a:lnSpc>
              <a:spcBef>
                <a:spcPts val="0"/>
              </a:spcBef>
              <a:spcAft>
                <a:spcPts val="0"/>
              </a:spcAft>
              <a:buNone/>
            </a:pPr>
            <a:r>
              <a:rPr b="0" i="0" lang="en-IN" sz="1800" u="none" cap="none" strike="noStrike">
                <a:solidFill>
                  <a:srgbClr val="000000"/>
                </a:solidFill>
                <a:latin typeface="Times New Roman"/>
                <a:ea typeface="Times New Roman"/>
                <a:cs typeface="Times New Roman"/>
                <a:sym typeface="Times New Roman"/>
              </a:rPr>
              <a:t>(Formal way of expressing a wish)</a:t>
            </a:r>
            <a:endParaRPr/>
          </a:p>
          <a:p>
            <a:pPr indent="-342900" lvl="0" marL="457200" marR="0" rtl="0" algn="l">
              <a:lnSpc>
                <a:spcPct val="110000"/>
              </a:lnSpc>
              <a:spcBef>
                <a:spcPts val="1000"/>
              </a:spcBef>
              <a:spcAft>
                <a:spcPts val="0"/>
              </a:spcAft>
              <a:buClr>
                <a:srgbClr val="B7B7B7"/>
              </a:buClr>
              <a:buSzPts val="1800"/>
              <a:buFont typeface="Open Sans"/>
              <a:buNone/>
            </a:pPr>
            <a:r>
              <a:rPr b="0" i="0" lang="en-IN" sz="1800" u="none" cap="none" strike="noStrike">
                <a:solidFill>
                  <a:srgbClr val="000000"/>
                </a:solidFill>
                <a:latin typeface="Times New Roman"/>
                <a:ea typeface="Times New Roman"/>
                <a:cs typeface="Times New Roman"/>
                <a:sym typeface="Times New Roman"/>
              </a:rPr>
              <a:t>4. You </a:t>
            </a:r>
            <a:r>
              <a:rPr b="1" i="0" lang="en-IN" sz="1800" u="none" cap="none" strike="noStrike">
                <a:solidFill>
                  <a:srgbClr val="000000"/>
                </a:solidFill>
                <a:latin typeface="Times New Roman"/>
                <a:ea typeface="Times New Roman"/>
                <a:cs typeface="Times New Roman"/>
                <a:sym typeface="Times New Roman"/>
              </a:rPr>
              <a:t>should </a:t>
            </a:r>
            <a:r>
              <a:rPr b="0" i="0" lang="en-IN" sz="1600" u="none" cap="none" strike="noStrike">
                <a:solidFill>
                  <a:srgbClr val="000000"/>
                </a:solidFill>
                <a:latin typeface="Times New Roman"/>
                <a:ea typeface="Times New Roman"/>
                <a:cs typeface="Times New Roman"/>
                <a:sym typeface="Times New Roman"/>
              </a:rPr>
              <a:t>call her tonight. I have been missing her calls for the past week. </a:t>
            </a:r>
            <a:endParaRPr/>
          </a:p>
          <a:p>
            <a:pPr indent="0" lvl="0" marL="457200" marR="0" rtl="0" algn="l">
              <a:lnSpc>
                <a:spcPct val="100000"/>
              </a:lnSpc>
              <a:spcBef>
                <a:spcPts val="0"/>
              </a:spcBef>
              <a:spcAft>
                <a:spcPts val="0"/>
              </a:spcAft>
              <a:buNone/>
            </a:pPr>
            <a:r>
              <a:rPr b="0" i="0" lang="en-IN" sz="1800" u="none" cap="none" strike="noStrike">
                <a:solidFill>
                  <a:srgbClr val="000000"/>
                </a:solidFill>
                <a:latin typeface="Times New Roman"/>
                <a:ea typeface="Times New Roman"/>
                <a:cs typeface="Times New Roman"/>
                <a:sym typeface="Times New Roman"/>
              </a:rPr>
              <a:t>(Recommendation or advice, better than ‘must’ (necessity/ strong obligation), ‘have’ (external obligation), ‘can or could’ (ability), ‘may or might’ (possibility))</a:t>
            </a:r>
            <a:endParaRPr/>
          </a:p>
          <a:p>
            <a:pPr indent="-114300" lvl="0" marL="0" marR="0" rtl="0" algn="l">
              <a:lnSpc>
                <a:spcPct val="100000"/>
              </a:lnSpc>
              <a:spcBef>
                <a:spcPts val="0"/>
              </a:spcBef>
              <a:spcAft>
                <a:spcPts val="0"/>
              </a:spcAft>
              <a:buClr>
                <a:srgbClr val="000000"/>
              </a:buClr>
              <a:buSzPts val="1800"/>
              <a:buFont typeface="Arial"/>
              <a:buAutoNum type="arabicPeriod" startAt="5"/>
            </a:pPr>
            <a:r>
              <a:rPr b="0" i="0" lang="en-IN" sz="1800" u="none" cap="none" strike="noStrike">
                <a:solidFill>
                  <a:srgbClr val="000000"/>
                </a:solidFill>
                <a:latin typeface="Times New Roman"/>
                <a:ea typeface="Times New Roman"/>
                <a:cs typeface="Times New Roman"/>
                <a:sym typeface="Times New Roman"/>
              </a:rPr>
              <a:t>I</a:t>
            </a:r>
            <a:r>
              <a:rPr b="1" i="0" lang="en-IN" sz="1800" u="none" cap="none" strike="noStrike">
                <a:solidFill>
                  <a:srgbClr val="000000"/>
                </a:solidFill>
                <a:latin typeface="Times New Roman"/>
                <a:ea typeface="Times New Roman"/>
                <a:cs typeface="Times New Roman"/>
                <a:sym typeface="Times New Roman"/>
              </a:rPr>
              <a:t> will</a:t>
            </a:r>
            <a:r>
              <a:rPr b="0" i="0" lang="en-IN" sz="1800" u="none" cap="none" strike="noStrike">
                <a:solidFill>
                  <a:srgbClr val="000000"/>
                </a:solidFill>
                <a:latin typeface="Times New Roman"/>
                <a:ea typeface="Times New Roman"/>
                <a:cs typeface="Times New Roman"/>
                <a:sym typeface="Times New Roman"/>
              </a:rPr>
              <a:t> definitely be at the airport to receive you.</a:t>
            </a:r>
            <a:endParaRPr/>
          </a:p>
          <a:p>
            <a:pPr indent="0" lvl="0" marL="457200" marR="0" rtl="0" algn="l">
              <a:lnSpc>
                <a:spcPct val="100000"/>
              </a:lnSpc>
              <a:spcBef>
                <a:spcPts val="0"/>
              </a:spcBef>
              <a:spcAft>
                <a:spcPts val="0"/>
              </a:spcAft>
              <a:buNone/>
            </a:pPr>
            <a:r>
              <a:rPr b="0" i="0" lang="en-IN" sz="1800" u="none" cap="none" strike="noStrike">
                <a:solidFill>
                  <a:srgbClr val="000000"/>
                </a:solidFill>
                <a:latin typeface="Times New Roman"/>
                <a:ea typeface="Times New Roman"/>
                <a:cs typeface="Times New Roman"/>
                <a:sym typeface="Times New Roman"/>
              </a:rPr>
              <a:t>(firm intention or promise; unlike ‘shall’ (less common, future intention), ‘should’ (obligation, not necessarily a promise), can/ could (ability) etc)</a:t>
            </a:r>
            <a:endParaRPr/>
          </a:p>
          <a:p>
            <a:pPr indent="0" lvl="0" marL="0" marR="0" rtl="0" algn="l">
              <a:lnSpc>
                <a:spcPct val="100000"/>
              </a:lnSpc>
              <a:spcBef>
                <a:spcPts val="0"/>
              </a:spcBef>
              <a:spcAft>
                <a:spcPts val="0"/>
              </a:spcAft>
              <a:buClr>
                <a:srgbClr val="000000"/>
              </a:buClr>
              <a:buSzPts val="1800"/>
              <a:buFont typeface="Arial"/>
              <a:buNone/>
            </a:pPr>
            <a:r>
              <a:rPr b="0" i="0" lang="en-IN" sz="1800" u="none" cap="none" strike="noStrike">
                <a:solidFill>
                  <a:srgbClr val="000000"/>
                </a:solidFill>
                <a:latin typeface="Times New Roman"/>
                <a:ea typeface="Times New Roman"/>
                <a:cs typeface="Times New Roman"/>
                <a:sym typeface="Times New Roman"/>
              </a:rPr>
              <a:t>I </a:t>
            </a:r>
            <a:r>
              <a:rPr b="1" i="0" lang="en-IN" sz="1800" u="none" cap="none" strike="noStrike">
                <a:solidFill>
                  <a:srgbClr val="000000"/>
                </a:solidFill>
                <a:latin typeface="Times New Roman"/>
                <a:ea typeface="Times New Roman"/>
                <a:cs typeface="Times New Roman"/>
                <a:sym typeface="Times New Roman"/>
              </a:rPr>
              <a:t>could </a:t>
            </a:r>
            <a:r>
              <a:rPr b="0" i="0" lang="en-IN" sz="1800" u="none" cap="none" strike="noStrike">
                <a:solidFill>
                  <a:srgbClr val="000000"/>
                </a:solidFill>
                <a:latin typeface="Times New Roman"/>
                <a:ea typeface="Times New Roman"/>
                <a:cs typeface="Times New Roman"/>
                <a:sym typeface="Times New Roman"/>
              </a:rPr>
              <a:t>climb the mango trees when I was a child.</a:t>
            </a:r>
            <a:endParaRPr/>
          </a:p>
          <a:p>
            <a:pPr indent="0" lvl="0" marL="457200" marR="0" rtl="0" algn="l">
              <a:lnSpc>
                <a:spcPct val="100000"/>
              </a:lnSpc>
              <a:spcBef>
                <a:spcPts val="0"/>
              </a:spcBef>
              <a:spcAft>
                <a:spcPts val="0"/>
              </a:spcAft>
              <a:buNone/>
            </a:pPr>
            <a:r>
              <a:rPr b="0" i="0" lang="en-IN" sz="1800" u="none" cap="none" strike="noStrike">
                <a:solidFill>
                  <a:srgbClr val="000000"/>
                </a:solidFill>
                <a:latin typeface="Times New Roman"/>
                <a:ea typeface="Times New Roman"/>
                <a:cs typeface="Times New Roman"/>
                <a:sym typeface="Times New Roman"/>
              </a:rPr>
              <a:t>(past ability; may not still have it. ‘Would’ or ‘used to’ shows habitual actions, does not focus on ability or how well you did something)</a:t>
            </a:r>
            <a:endParaRPr/>
          </a:p>
          <a:p>
            <a:pPr indent="-114300" lvl="0" marL="0" marR="0" rtl="0" algn="l">
              <a:lnSpc>
                <a:spcPct val="100000"/>
              </a:lnSpc>
              <a:spcBef>
                <a:spcPts val="0"/>
              </a:spcBef>
              <a:spcAft>
                <a:spcPts val="0"/>
              </a:spcAft>
              <a:buClr>
                <a:srgbClr val="000000"/>
              </a:buClr>
              <a:buSzPts val="1800"/>
              <a:buFont typeface="Arial"/>
              <a:buAutoNum type="arabicPeriod" startAt="7"/>
            </a:pPr>
            <a:r>
              <a:rPr b="0" i="0" lang="en-IN" sz="1800" u="none" cap="none" strike="noStrike">
                <a:solidFill>
                  <a:srgbClr val="000000"/>
                </a:solidFill>
                <a:latin typeface="Times New Roman"/>
                <a:ea typeface="Times New Roman"/>
                <a:cs typeface="Times New Roman"/>
                <a:sym typeface="Times New Roman"/>
              </a:rPr>
              <a:t>If you want to get a better feeling for how Raniganj is laid out, you </a:t>
            </a:r>
            <a:r>
              <a:rPr b="1" i="0" lang="en-IN" sz="1800" u="none" cap="none" strike="noStrike">
                <a:solidFill>
                  <a:srgbClr val="000000"/>
                </a:solidFill>
                <a:latin typeface="Times New Roman"/>
                <a:ea typeface="Times New Roman"/>
                <a:cs typeface="Times New Roman"/>
                <a:sym typeface="Times New Roman"/>
              </a:rPr>
              <a:t>should </a:t>
            </a:r>
            <a:r>
              <a:rPr b="0" i="0" lang="en-IN" sz="1800" u="none" cap="none" strike="noStrike">
                <a:solidFill>
                  <a:srgbClr val="000000"/>
                </a:solidFill>
                <a:latin typeface="Times New Roman"/>
                <a:ea typeface="Times New Roman"/>
                <a:cs typeface="Times New Roman"/>
                <a:sym typeface="Times New Roman"/>
              </a:rPr>
              <a:t>walk down town and explore the riverside.</a:t>
            </a:r>
            <a:endParaRPr/>
          </a:p>
          <a:p>
            <a:pPr indent="0" lvl="0" marL="457200" marR="0" rtl="0" algn="l">
              <a:lnSpc>
                <a:spcPct val="100000"/>
              </a:lnSpc>
              <a:spcBef>
                <a:spcPts val="0"/>
              </a:spcBef>
              <a:spcAft>
                <a:spcPts val="0"/>
              </a:spcAft>
              <a:buNone/>
            </a:pPr>
            <a:r>
              <a:rPr b="0" i="0" lang="en-IN" sz="1800" u="none" cap="none" strike="noStrike">
                <a:solidFill>
                  <a:srgbClr val="000000"/>
                </a:solidFill>
                <a:latin typeface="Times New Roman"/>
                <a:ea typeface="Times New Roman"/>
                <a:cs typeface="Times New Roman"/>
                <a:sym typeface="Times New Roman"/>
              </a:rPr>
              <a:t>(suggestion/ advice)</a:t>
            </a:r>
            <a:endParaRPr/>
          </a:p>
          <a:p>
            <a:pPr indent="0" lvl="0" marL="0" marR="0" rtl="0" algn="l">
              <a:lnSpc>
                <a:spcPct val="100000"/>
              </a:lnSpc>
              <a:spcBef>
                <a:spcPts val="0"/>
              </a:spcBef>
              <a:spcAft>
                <a:spcPts val="0"/>
              </a:spcAft>
              <a:buNone/>
            </a:pPr>
            <a:br>
              <a:rPr b="0" i="0" lang="en-IN" sz="1700" u="none" cap="none" strike="noStrike">
                <a:solidFill>
                  <a:srgbClr val="000000"/>
                </a:solidFill>
                <a:latin typeface="Times New Roman"/>
                <a:ea typeface="Times New Roman"/>
                <a:cs typeface="Times New Roman"/>
                <a:sym typeface="Times New Roman"/>
              </a:rPr>
            </a:br>
            <a:endParaRPr b="0" i="0" sz="1700" u="none"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7"/>
          <p:cNvSpPr txBox="1"/>
          <p:nvPr/>
        </p:nvSpPr>
        <p:spPr>
          <a:xfrm>
            <a:off x="1088921" y="624371"/>
            <a:ext cx="10001865" cy="255454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IN" sz="2000" u="none" cap="none" strike="noStrike">
                <a:solidFill>
                  <a:srgbClr val="000000"/>
                </a:solidFill>
                <a:latin typeface="Times New Roman"/>
                <a:ea typeface="Times New Roman"/>
                <a:cs typeface="Times New Roman"/>
                <a:sym typeface="Times New Roman"/>
              </a:rPr>
              <a:t>Fill in the blanks with the correct modals given in the brackets.</a:t>
            </a:r>
            <a:endParaRPr/>
          </a:p>
          <a:p>
            <a:pPr indent="0" lvl="0" marL="0" marR="0" rtl="0" algn="l">
              <a:lnSpc>
                <a:spcPct val="100000"/>
              </a:lnSpc>
              <a:spcBef>
                <a:spcPts val="0"/>
              </a:spcBef>
              <a:spcAft>
                <a:spcPts val="0"/>
              </a:spcAft>
              <a:buNone/>
            </a:pPr>
            <a:r>
              <a:t/>
            </a:r>
            <a:endParaRPr b="0" i="0" sz="2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IN" sz="2000" u="none" cap="none" strike="noStrike">
                <a:solidFill>
                  <a:srgbClr val="000000"/>
                </a:solidFill>
                <a:latin typeface="Times New Roman"/>
                <a:ea typeface="Times New Roman"/>
                <a:cs typeface="Times New Roman"/>
                <a:sym typeface="Times New Roman"/>
              </a:rPr>
              <a:t>I’m sure I left my keys on the table. They </a:t>
            </a:r>
            <a:r>
              <a:rPr b="1" i="0" lang="en-IN" sz="2000" u="none" cap="none" strike="noStrike">
                <a:solidFill>
                  <a:srgbClr val="C00000"/>
                </a:solidFill>
                <a:latin typeface="Times New Roman"/>
                <a:ea typeface="Times New Roman"/>
                <a:cs typeface="Times New Roman"/>
                <a:sym typeface="Times New Roman"/>
              </a:rPr>
              <a:t>must</a:t>
            </a:r>
            <a:r>
              <a:rPr b="0" i="0" lang="en-IN" sz="2000" u="none" cap="none" strike="noStrike">
                <a:solidFill>
                  <a:srgbClr val="000000"/>
                </a:solidFill>
                <a:latin typeface="Times New Roman"/>
                <a:ea typeface="Times New Roman"/>
                <a:cs typeface="Times New Roman"/>
                <a:sym typeface="Times New Roman"/>
              </a:rPr>
              <a:t> be there. I’ve looked everywhere else. I </a:t>
            </a:r>
            <a:r>
              <a:rPr b="1" i="0" lang="en-IN" sz="2000" u="none" cap="none" strike="noStrike">
                <a:solidFill>
                  <a:srgbClr val="C00000"/>
                </a:solidFill>
                <a:latin typeface="Times New Roman"/>
                <a:ea typeface="Times New Roman"/>
                <a:cs typeface="Times New Roman"/>
                <a:sym typeface="Times New Roman"/>
              </a:rPr>
              <a:t>can</a:t>
            </a:r>
            <a:r>
              <a:rPr b="0" i="0" lang="en-IN" sz="2000" u="none" cap="none" strike="noStrike">
                <a:solidFill>
                  <a:srgbClr val="000000"/>
                </a:solidFill>
                <a:latin typeface="Times New Roman"/>
                <a:ea typeface="Times New Roman"/>
                <a:cs typeface="Times New Roman"/>
                <a:sym typeface="Times New Roman"/>
              </a:rPr>
              <a:t> ask my roommate to check but I think she </a:t>
            </a:r>
            <a:r>
              <a:rPr b="1" i="0" lang="en-IN" sz="2000" u="none" cap="none" strike="noStrike">
                <a:solidFill>
                  <a:srgbClr val="C00000"/>
                </a:solidFill>
                <a:latin typeface="Times New Roman"/>
                <a:ea typeface="Times New Roman"/>
                <a:cs typeface="Times New Roman"/>
                <a:sym typeface="Times New Roman"/>
              </a:rPr>
              <a:t>may</a:t>
            </a:r>
            <a:r>
              <a:rPr b="0" i="0" lang="en-IN" sz="2000" u="none" cap="none" strike="noStrike">
                <a:solidFill>
                  <a:srgbClr val="000000"/>
                </a:solidFill>
                <a:latin typeface="Times New Roman"/>
                <a:ea typeface="Times New Roman"/>
                <a:cs typeface="Times New Roman"/>
                <a:sym typeface="Times New Roman"/>
              </a:rPr>
              <a:t> have left for her classes. If I don’t find them, I </a:t>
            </a:r>
            <a:r>
              <a:rPr b="1" i="0" lang="en-IN" sz="2000" u="none" cap="none" strike="noStrike">
                <a:solidFill>
                  <a:srgbClr val="C00000"/>
                </a:solidFill>
                <a:latin typeface="Times New Roman"/>
                <a:ea typeface="Times New Roman"/>
                <a:cs typeface="Times New Roman"/>
                <a:sym typeface="Times New Roman"/>
              </a:rPr>
              <a:t>will</a:t>
            </a:r>
            <a:r>
              <a:rPr b="1" i="0" lang="en-IN" sz="2000" u="none" cap="none" strike="noStrike">
                <a:solidFill>
                  <a:srgbClr val="000000"/>
                </a:solidFill>
                <a:latin typeface="Times New Roman"/>
                <a:ea typeface="Times New Roman"/>
                <a:cs typeface="Times New Roman"/>
                <a:sym typeface="Times New Roman"/>
              </a:rPr>
              <a:t> </a:t>
            </a:r>
            <a:r>
              <a:rPr b="0" i="0" lang="en-IN" sz="2000" u="none" cap="none" strike="noStrike">
                <a:solidFill>
                  <a:srgbClr val="000000"/>
                </a:solidFill>
                <a:latin typeface="Times New Roman"/>
                <a:ea typeface="Times New Roman"/>
                <a:cs typeface="Times New Roman"/>
                <a:sym typeface="Times New Roman"/>
              </a:rPr>
              <a:t>not be able to enter my room unless my roommate arrives. I </a:t>
            </a:r>
            <a:r>
              <a:rPr b="1" i="0" lang="en-IN" sz="2000" u="none" cap="none" strike="noStrike">
                <a:solidFill>
                  <a:srgbClr val="C00000"/>
                </a:solidFill>
                <a:latin typeface="Times New Roman"/>
                <a:ea typeface="Times New Roman"/>
                <a:cs typeface="Times New Roman"/>
                <a:sym typeface="Times New Roman"/>
              </a:rPr>
              <a:t>should</a:t>
            </a:r>
            <a:r>
              <a:rPr b="0" i="0" lang="en-IN" sz="2000" u="none" cap="none" strike="noStrike">
                <a:solidFill>
                  <a:srgbClr val="000000"/>
                </a:solidFill>
                <a:latin typeface="Times New Roman"/>
                <a:ea typeface="Times New Roman"/>
                <a:cs typeface="Times New Roman"/>
                <a:sym typeface="Times New Roman"/>
              </a:rPr>
              <a:t> call my roommate but I am not sure if she will answer. </a:t>
            </a:r>
            <a:endParaRPr/>
          </a:p>
          <a:p>
            <a:pPr indent="0" lvl="0" marL="0" marR="0" rtl="0" algn="l">
              <a:lnSpc>
                <a:spcPct val="100000"/>
              </a:lnSpc>
              <a:spcBef>
                <a:spcPts val="0"/>
              </a:spcBef>
              <a:spcAft>
                <a:spcPts val="0"/>
              </a:spcAft>
              <a:buNone/>
            </a:pPr>
            <a:br>
              <a:rPr b="0" i="0" lang="en-IN" sz="2000" u="none" cap="none" strike="noStrike">
                <a:solidFill>
                  <a:srgbClr val="000000"/>
                </a:solidFill>
                <a:latin typeface="Arial"/>
                <a:ea typeface="Arial"/>
                <a:cs typeface="Arial"/>
                <a:sym typeface="Arial"/>
              </a:rPr>
            </a:br>
            <a:endParaRPr b="0" i="0" sz="2000" u="none" cap="none" strike="noStrike">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8"/>
          <p:cNvSpPr txBox="1"/>
          <p:nvPr>
            <p:ph type="title"/>
          </p:nvPr>
        </p:nvSpPr>
        <p:spPr>
          <a:xfrm>
            <a:off x="4100724" y="2648400"/>
            <a:ext cx="4462500" cy="780600"/>
          </a:xfrm>
          <a:prstGeom prst="rect">
            <a:avLst/>
          </a:prstGeom>
          <a:solidFill>
            <a:srgbClr val="DCF1E7"/>
          </a:solidFill>
          <a:ln cap="flat" cmpd="sng" w="9525">
            <a:solidFill>
              <a:srgbClr val="002060"/>
            </a:solidFill>
            <a:prstDash val="solid"/>
            <a:round/>
            <a:headEnd len="sm" w="sm" type="none"/>
            <a:tailEnd len="sm" w="sm" type="none"/>
          </a:ln>
        </p:spPr>
        <p:txBody>
          <a:bodyPr anchorCtr="0" anchor="b" bIns="45700" lIns="91425" spcFirstLastPara="1" rIns="91425" wrap="square" tIns="45700">
            <a:noAutofit/>
          </a:bodyPr>
          <a:lstStyle/>
          <a:p>
            <a:pPr indent="0" lvl="0" marL="0" rtl="0" algn="ctr">
              <a:lnSpc>
                <a:spcPct val="110000"/>
              </a:lnSpc>
              <a:spcBef>
                <a:spcPts val="0"/>
              </a:spcBef>
              <a:spcAft>
                <a:spcPts val="0"/>
              </a:spcAft>
              <a:buClr>
                <a:schemeClr val="dk2"/>
              </a:buClr>
              <a:buSzPts val="6000"/>
              <a:buFont typeface="Bell MT"/>
              <a:buNone/>
            </a:pPr>
            <a:r>
              <a:rPr b="1" lang="en-IN" sz="4000">
                <a:latin typeface="Bell MT"/>
                <a:ea typeface="Bell MT"/>
                <a:cs typeface="Bell MT"/>
                <a:sym typeface="Bell MT"/>
              </a:rPr>
              <a:t>VERB TENSES</a:t>
            </a:r>
            <a:endParaRPr b="1" sz="4000">
              <a:latin typeface="Bell MT"/>
              <a:ea typeface="Bell MT"/>
              <a:cs typeface="Bell MT"/>
              <a:sym typeface="Bell MT"/>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9"/>
          <p:cNvSpPr txBox="1"/>
          <p:nvPr>
            <p:ph type="title"/>
          </p:nvPr>
        </p:nvSpPr>
        <p:spPr>
          <a:xfrm>
            <a:off x="4052700" y="78300"/>
            <a:ext cx="4086600" cy="538500"/>
          </a:xfrm>
          <a:prstGeom prst="rect">
            <a:avLst/>
          </a:prstGeom>
          <a:solidFill>
            <a:srgbClr val="DCF1E7"/>
          </a:solidFill>
          <a:ln>
            <a:noFill/>
          </a:ln>
        </p:spPr>
        <p:txBody>
          <a:bodyPr anchorCtr="0" anchor="b" bIns="45700" lIns="91425" spcFirstLastPara="1" rIns="91425" wrap="square" tIns="45700">
            <a:normAutofit fontScale="90000"/>
          </a:bodyPr>
          <a:lstStyle/>
          <a:p>
            <a:pPr indent="0" lvl="0" marL="0" rtl="0" algn="ctr">
              <a:lnSpc>
                <a:spcPct val="110000"/>
              </a:lnSpc>
              <a:spcBef>
                <a:spcPts val="0"/>
              </a:spcBef>
              <a:spcAft>
                <a:spcPts val="0"/>
              </a:spcAft>
              <a:buSzPct val="57142"/>
              <a:buNone/>
            </a:pPr>
            <a:r>
              <a:rPr b="1" lang="en-IN" sz="3500">
                <a:latin typeface="Times New Roman"/>
                <a:ea typeface="Times New Roman"/>
                <a:cs typeface="Times New Roman"/>
                <a:sym typeface="Times New Roman"/>
              </a:rPr>
              <a:t>Tenses</a:t>
            </a:r>
            <a:endParaRPr b="1" sz="3500">
              <a:latin typeface="Times New Roman"/>
              <a:ea typeface="Times New Roman"/>
              <a:cs typeface="Times New Roman"/>
              <a:sym typeface="Times New Roman"/>
            </a:endParaRPr>
          </a:p>
        </p:txBody>
      </p:sp>
      <p:sp>
        <p:nvSpPr>
          <p:cNvPr id="129" name="Google Shape;129;p9"/>
          <p:cNvSpPr txBox="1"/>
          <p:nvPr>
            <p:ph idx="1" type="body"/>
          </p:nvPr>
        </p:nvSpPr>
        <p:spPr>
          <a:xfrm>
            <a:off x="478800" y="616800"/>
            <a:ext cx="11234400" cy="403123"/>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SzPts val="1800"/>
              <a:buNone/>
            </a:pPr>
            <a:r>
              <a:rPr lang="en-IN" sz="1600">
                <a:latin typeface="Times New Roman"/>
                <a:ea typeface="Times New Roman"/>
                <a:cs typeface="Times New Roman"/>
                <a:sym typeface="Times New Roman"/>
              </a:rPr>
              <a:t>Verb tenses are used to identify the time period of the action and sometimes the status of its completion or progression.</a:t>
            </a:r>
            <a:endParaRPr sz="1600">
              <a:latin typeface="Times New Roman"/>
              <a:ea typeface="Times New Roman"/>
              <a:cs typeface="Times New Roman"/>
              <a:sym typeface="Times New Roman"/>
            </a:endParaRPr>
          </a:p>
          <a:p>
            <a:pPr indent="0" lvl="0" marL="0" rtl="0" algn="l">
              <a:lnSpc>
                <a:spcPct val="115000"/>
              </a:lnSpc>
              <a:spcBef>
                <a:spcPts val="1200"/>
              </a:spcBef>
              <a:spcAft>
                <a:spcPts val="0"/>
              </a:spcAft>
              <a:buSzPts val="1800"/>
              <a:buNone/>
            </a:pPr>
            <a:r>
              <a:t/>
            </a:r>
            <a:endParaRPr sz="1600">
              <a:latin typeface="Times New Roman"/>
              <a:ea typeface="Times New Roman"/>
              <a:cs typeface="Times New Roman"/>
              <a:sym typeface="Times New Roman"/>
            </a:endParaRPr>
          </a:p>
          <a:p>
            <a:pPr indent="0" lvl="0" marL="12700" rtl="0" algn="l">
              <a:lnSpc>
                <a:spcPct val="115000"/>
              </a:lnSpc>
              <a:spcBef>
                <a:spcPts val="1200"/>
              </a:spcBef>
              <a:spcAft>
                <a:spcPts val="0"/>
              </a:spcAft>
              <a:buSzPts val="1800"/>
              <a:buNone/>
            </a:pPr>
            <a:r>
              <a:t/>
            </a:r>
            <a:endParaRPr sz="1600">
              <a:latin typeface="Times New Roman"/>
              <a:ea typeface="Times New Roman"/>
              <a:cs typeface="Times New Roman"/>
              <a:sym typeface="Times New Roman"/>
            </a:endParaRPr>
          </a:p>
          <a:p>
            <a:pPr indent="0" lvl="0" marL="12700" rtl="0" algn="l">
              <a:lnSpc>
                <a:spcPct val="115000"/>
              </a:lnSpc>
              <a:spcBef>
                <a:spcPts val="0"/>
              </a:spcBef>
              <a:spcAft>
                <a:spcPts val="0"/>
              </a:spcAft>
              <a:buSzPts val="1800"/>
              <a:buNone/>
            </a:pPr>
            <a:r>
              <a:t/>
            </a:r>
            <a:endParaRPr sz="1600">
              <a:solidFill>
                <a:srgbClr val="FFFFFF"/>
              </a:solidFill>
              <a:highlight>
                <a:schemeClr val="dk1"/>
              </a:highlight>
              <a:latin typeface="Times New Roman"/>
              <a:ea typeface="Times New Roman"/>
              <a:cs typeface="Times New Roman"/>
              <a:sym typeface="Times New Roman"/>
            </a:endParaRPr>
          </a:p>
        </p:txBody>
      </p:sp>
      <p:graphicFrame>
        <p:nvGraphicFramePr>
          <p:cNvPr id="130" name="Google Shape;130;p9"/>
          <p:cNvGraphicFramePr/>
          <p:nvPr/>
        </p:nvGraphicFramePr>
        <p:xfrm>
          <a:off x="341850" y="1218400"/>
          <a:ext cx="3000000" cy="3000000"/>
        </p:xfrm>
        <a:graphic>
          <a:graphicData uri="http://schemas.openxmlformats.org/drawingml/2006/table">
            <a:tbl>
              <a:tblPr>
                <a:noFill/>
                <a:tableStyleId>{8E41C99C-F235-49CF-8E75-481E0BD42D10}</a:tableStyleId>
              </a:tblPr>
              <a:tblGrid>
                <a:gridCol w="1098125"/>
                <a:gridCol w="3485700"/>
                <a:gridCol w="3485700"/>
                <a:gridCol w="3485700"/>
              </a:tblGrid>
              <a:tr h="465325">
                <a:tc>
                  <a:txBody>
                    <a:bodyPr/>
                    <a:lstStyle/>
                    <a:p>
                      <a:pPr indent="0" lvl="0" marL="0" marR="0" rtl="0" algn="l">
                        <a:lnSpc>
                          <a:spcPct val="100000"/>
                        </a:lnSpc>
                        <a:spcBef>
                          <a:spcPts val="0"/>
                        </a:spcBef>
                        <a:spcAft>
                          <a:spcPts val="0"/>
                        </a:spcAft>
                        <a:buClr>
                          <a:srgbClr val="000000"/>
                        </a:buClr>
                        <a:buSzPts val="1600"/>
                        <a:buFont typeface="Arial"/>
                        <a:buNone/>
                      </a:pPr>
                      <a:r>
                        <a:rPr lang="en-IN" sz="1600" u="none" cap="none" strike="noStrike">
                          <a:solidFill>
                            <a:srgbClr val="FF0000"/>
                          </a:solidFill>
                        </a:rPr>
                        <a:t>Uses</a:t>
                      </a:r>
                      <a:endParaRPr sz="1600" u="none" cap="none" strike="noStrike">
                        <a:solidFill>
                          <a:srgbClr val="FF0000"/>
                        </a:solidFill>
                        <a:latin typeface="Times New Roman"/>
                        <a:ea typeface="Times New Roman"/>
                        <a:cs typeface="Times New Roman"/>
                        <a:sym typeface="Times New Roman"/>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600"/>
                        <a:buFont typeface="Arial"/>
                        <a:buNone/>
                      </a:pPr>
                      <a:r>
                        <a:rPr b="1" lang="en-IN" sz="1600" u="none" cap="none" strike="noStrike"/>
                        <a:t>Present Tense</a:t>
                      </a:r>
                      <a:endParaRPr b="1" sz="1600" u="none" cap="none" strike="noStrike">
                        <a:latin typeface="Times New Roman"/>
                        <a:ea typeface="Times New Roman"/>
                        <a:cs typeface="Times New Roman"/>
                        <a:sym typeface="Times New Roman"/>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600"/>
                        <a:buFont typeface="Arial"/>
                        <a:buNone/>
                      </a:pPr>
                      <a:r>
                        <a:rPr b="1" lang="en-IN" sz="1600" u="none" cap="none" strike="noStrike"/>
                        <a:t>Past Tense</a:t>
                      </a:r>
                      <a:endParaRPr b="1" sz="1600" u="none" cap="none" strike="noStrike">
                        <a:latin typeface="Times New Roman"/>
                        <a:ea typeface="Times New Roman"/>
                        <a:cs typeface="Times New Roman"/>
                        <a:sym typeface="Times New Roman"/>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600"/>
                        <a:buFont typeface="Arial"/>
                        <a:buNone/>
                      </a:pPr>
                      <a:r>
                        <a:rPr b="1" lang="en-IN" sz="1600" u="none" cap="none" strike="noStrike"/>
                        <a:t>Future Tense</a:t>
                      </a:r>
                      <a:endParaRPr b="1" sz="1600" u="none" cap="none" strike="noStrike">
                        <a:latin typeface="Times New Roman"/>
                        <a:ea typeface="Times New Roman"/>
                        <a:cs typeface="Times New Roman"/>
                        <a:sym typeface="Times New Roman"/>
                      </a:endParaRPr>
                    </a:p>
                  </a:txBody>
                  <a:tcPr marT="91425" marB="91425" marR="91425" marL="91425"/>
                </a:tc>
              </a:tr>
              <a:tr h="1340700">
                <a:tc>
                  <a:txBody>
                    <a:bodyPr/>
                    <a:lstStyle/>
                    <a:p>
                      <a:pPr indent="0" lvl="0" marL="0" marR="0" rtl="0" algn="l">
                        <a:lnSpc>
                          <a:spcPct val="100000"/>
                        </a:lnSpc>
                        <a:spcBef>
                          <a:spcPts val="0"/>
                        </a:spcBef>
                        <a:spcAft>
                          <a:spcPts val="0"/>
                        </a:spcAft>
                        <a:buClr>
                          <a:srgbClr val="000000"/>
                        </a:buClr>
                        <a:buSzPts val="1400"/>
                        <a:buFont typeface="Arial"/>
                        <a:buNone/>
                      </a:pPr>
                      <a:r>
                        <a:rPr b="1" lang="en-IN" sz="1400" u="none" cap="none" strike="noStrike"/>
                        <a:t>Indefinite/ Simple</a:t>
                      </a:r>
                      <a:endParaRPr b="1" sz="1400" u="none" cap="none" strike="noStrike">
                        <a:latin typeface="Times New Roman"/>
                        <a:ea typeface="Times New Roman"/>
                        <a:cs typeface="Times New Roman"/>
                        <a:sym typeface="Times New Roman"/>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700"/>
                        <a:buFont typeface="Arial"/>
                        <a:buNone/>
                      </a:pPr>
                      <a:r>
                        <a:rPr lang="en-IN" sz="1700" u="none" cap="none" strike="noStrike"/>
                        <a:t>Immediate present/ habits/ general truth/</a:t>
                      </a:r>
                      <a:endParaRPr sz="1700" u="none" cap="none" strike="noStrike">
                        <a:latin typeface="Times New Roman"/>
                        <a:ea typeface="Times New Roman"/>
                        <a:cs typeface="Times New Roman"/>
                        <a:sym typeface="Times New Roman"/>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700"/>
                        <a:buFont typeface="Arial"/>
                        <a:buNone/>
                      </a:pPr>
                      <a:r>
                        <a:rPr lang="en-IN" sz="1700" u="none" cap="none" strike="noStrike"/>
                        <a:t>Immediate past/ actions of past when the concern is not the duration of the action/ past habits/ polite enquiries</a:t>
                      </a:r>
                      <a:endParaRPr sz="1700" u="none" cap="none" strike="noStrike">
                        <a:latin typeface="Times New Roman"/>
                        <a:ea typeface="Times New Roman"/>
                        <a:cs typeface="Times New Roman"/>
                        <a:sym typeface="Times New Roman"/>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700"/>
                        <a:buFont typeface="Arial"/>
                        <a:buNone/>
                      </a:pPr>
                      <a:r>
                        <a:rPr lang="en-IN" sz="1700" u="none" cap="none" strike="noStrike"/>
                        <a:t>Futurity/ prediction of future events</a:t>
                      </a:r>
                      <a:endParaRPr sz="1700" u="none" cap="none" strike="noStrike">
                        <a:latin typeface="Times New Roman"/>
                        <a:ea typeface="Times New Roman"/>
                        <a:cs typeface="Times New Roman"/>
                        <a:sym typeface="Times New Roman"/>
                      </a:endParaRPr>
                    </a:p>
                  </a:txBody>
                  <a:tcPr marT="91425" marB="91425" marR="91425" marL="91425"/>
                </a:tc>
              </a:tr>
              <a:tr h="1340700">
                <a:tc>
                  <a:txBody>
                    <a:bodyPr/>
                    <a:lstStyle/>
                    <a:p>
                      <a:pPr indent="0" lvl="0" marL="0" marR="0" rtl="0" algn="l">
                        <a:lnSpc>
                          <a:spcPct val="100000"/>
                        </a:lnSpc>
                        <a:spcBef>
                          <a:spcPts val="0"/>
                        </a:spcBef>
                        <a:spcAft>
                          <a:spcPts val="0"/>
                        </a:spcAft>
                        <a:buClr>
                          <a:srgbClr val="000000"/>
                        </a:buClr>
                        <a:buSzPts val="1400"/>
                        <a:buFont typeface="Arial"/>
                        <a:buNone/>
                      </a:pPr>
                      <a:r>
                        <a:rPr b="1" lang="en-IN" sz="1400" u="none" cap="none" strike="noStrike"/>
                        <a:t>Continuous</a:t>
                      </a:r>
                      <a:endParaRPr b="1" sz="1400" u="none" cap="none" strike="noStrike">
                        <a:latin typeface="Times New Roman"/>
                        <a:ea typeface="Times New Roman"/>
                        <a:cs typeface="Times New Roman"/>
                        <a:sym typeface="Times New Roman"/>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700"/>
                        <a:buFont typeface="Arial"/>
                        <a:buNone/>
                      </a:pPr>
                      <a:r>
                        <a:rPr lang="en-IN" sz="1700" u="none" cap="none" strike="noStrike"/>
                        <a:t>Action in progress in present</a:t>
                      </a:r>
                      <a:endParaRPr sz="1700" u="none" cap="none" strike="noStrike">
                        <a:latin typeface="Times New Roman"/>
                        <a:ea typeface="Times New Roman"/>
                        <a:cs typeface="Times New Roman"/>
                        <a:sym typeface="Times New Roman"/>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700"/>
                        <a:buFont typeface="Arial"/>
                        <a:buNone/>
                      </a:pPr>
                      <a:r>
                        <a:rPr lang="en-IN" sz="1700" u="none" cap="none" strike="noStrike"/>
                        <a:t>Action in progress at some time in the pas/ a long continued action in past during which a shorter action occurred</a:t>
                      </a:r>
                      <a:endParaRPr sz="1700" u="none" cap="none" strike="noStrike">
                        <a:latin typeface="Times New Roman"/>
                        <a:ea typeface="Times New Roman"/>
                        <a:cs typeface="Times New Roman"/>
                        <a:sym typeface="Times New Roman"/>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700"/>
                        <a:buFont typeface="Arial"/>
                        <a:buNone/>
                      </a:pPr>
                      <a:r>
                        <a:rPr lang="en-IN" sz="1700" u="none" cap="none" strike="noStrike"/>
                        <a:t>An action that will occur as per plans in future/ polite questions</a:t>
                      </a:r>
                      <a:endParaRPr sz="1700" u="none" cap="none" strike="noStrike">
                        <a:latin typeface="Times New Roman"/>
                        <a:ea typeface="Times New Roman"/>
                        <a:cs typeface="Times New Roman"/>
                        <a:sym typeface="Times New Roman"/>
                      </a:endParaRPr>
                    </a:p>
                  </a:txBody>
                  <a:tcPr marT="91425" marB="91425" marR="91425" marL="91425"/>
                </a:tc>
              </a:tr>
              <a:tr h="1340700">
                <a:tc>
                  <a:txBody>
                    <a:bodyPr/>
                    <a:lstStyle/>
                    <a:p>
                      <a:pPr indent="0" lvl="0" marL="0" marR="0" rtl="0" algn="l">
                        <a:lnSpc>
                          <a:spcPct val="100000"/>
                        </a:lnSpc>
                        <a:spcBef>
                          <a:spcPts val="0"/>
                        </a:spcBef>
                        <a:spcAft>
                          <a:spcPts val="0"/>
                        </a:spcAft>
                        <a:buClr>
                          <a:srgbClr val="000000"/>
                        </a:buClr>
                        <a:buSzPts val="1400"/>
                        <a:buFont typeface="Arial"/>
                        <a:buNone/>
                      </a:pPr>
                      <a:r>
                        <a:rPr b="1" lang="en-IN" sz="1400" u="none" cap="none" strike="noStrike"/>
                        <a:t>Perfect</a:t>
                      </a:r>
                      <a:endParaRPr b="1" sz="1400" u="none" cap="none" strike="noStrike">
                        <a:latin typeface="Times New Roman"/>
                        <a:ea typeface="Times New Roman"/>
                        <a:cs typeface="Times New Roman"/>
                        <a:sym typeface="Times New Roman"/>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700"/>
                        <a:buFont typeface="Arial"/>
                        <a:buNone/>
                      </a:pPr>
                      <a:r>
                        <a:rPr lang="en-IN" sz="1700" u="none" cap="none" strike="noStrike"/>
                        <a:t>Actions that started in the past and have continued in the present/ a recently completed action/ to report something that happened in the past</a:t>
                      </a:r>
                      <a:endParaRPr sz="1700" u="none" cap="none" strike="noStrike">
                        <a:latin typeface="Times New Roman"/>
                        <a:ea typeface="Times New Roman"/>
                        <a:cs typeface="Times New Roman"/>
                        <a:sym typeface="Times New Roman"/>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700"/>
                        <a:buFont typeface="Arial"/>
                        <a:buNone/>
                      </a:pPr>
                      <a:r>
                        <a:rPr lang="en-IN" sz="1700" u="none" cap="none" strike="noStrike"/>
                        <a:t> Emphasise completion of action in past/To indicate that an action completed in past before another action began</a:t>
                      </a:r>
                      <a:endParaRPr sz="1700" u="none" cap="none" strike="noStrike">
                        <a:latin typeface="Times New Roman"/>
                        <a:ea typeface="Times New Roman"/>
                        <a:cs typeface="Times New Roman"/>
                        <a:sym typeface="Times New Roman"/>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700"/>
                        <a:buFont typeface="Arial"/>
                        <a:buNone/>
                      </a:pPr>
                      <a:r>
                        <a:rPr lang="en-IN" sz="1700" u="none" cap="none" strike="noStrike"/>
                        <a:t>An action that will be completed by some point of time in future</a:t>
                      </a:r>
                      <a:endParaRPr sz="1700" u="none" cap="none" strike="noStrike">
                        <a:latin typeface="Times New Roman"/>
                        <a:ea typeface="Times New Roman"/>
                        <a:cs typeface="Times New Roman"/>
                        <a:sym typeface="Times New Roman"/>
                      </a:endParaRPr>
                    </a:p>
                  </a:txBody>
                  <a:tcPr marT="91425" marB="91425" marR="91425" marL="91425"/>
                </a:tc>
              </a:tr>
              <a:tr h="1073900">
                <a:tc>
                  <a:txBody>
                    <a:bodyPr/>
                    <a:lstStyle/>
                    <a:p>
                      <a:pPr indent="0" lvl="0" marL="0" marR="0" rtl="0" algn="l">
                        <a:lnSpc>
                          <a:spcPct val="100000"/>
                        </a:lnSpc>
                        <a:spcBef>
                          <a:spcPts val="0"/>
                        </a:spcBef>
                        <a:spcAft>
                          <a:spcPts val="0"/>
                        </a:spcAft>
                        <a:buClr>
                          <a:srgbClr val="000000"/>
                        </a:buClr>
                        <a:buSzPts val="1400"/>
                        <a:buFont typeface="Arial"/>
                        <a:buNone/>
                      </a:pPr>
                      <a:r>
                        <a:rPr b="1" lang="en-IN" sz="1400" u="none" cap="none" strike="noStrike"/>
                        <a:t>Perfect Continuous</a:t>
                      </a:r>
                      <a:endParaRPr b="1" sz="1400" u="none" cap="none" strike="noStrike">
                        <a:latin typeface="Times New Roman"/>
                        <a:ea typeface="Times New Roman"/>
                        <a:cs typeface="Times New Roman"/>
                        <a:sym typeface="Times New Roman"/>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700"/>
                        <a:buFont typeface="Arial"/>
                        <a:buNone/>
                      </a:pPr>
                      <a:r>
                        <a:rPr lang="en-IN" sz="1700" u="none" cap="none" strike="noStrike"/>
                        <a:t>To emphasise the continuity of an action in present</a:t>
                      </a:r>
                      <a:endParaRPr sz="1700" u="none" cap="none" strike="noStrike">
                        <a:latin typeface="Times New Roman"/>
                        <a:ea typeface="Times New Roman"/>
                        <a:cs typeface="Times New Roman"/>
                        <a:sym typeface="Times New Roman"/>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700"/>
                        <a:buFont typeface="Arial"/>
                        <a:buNone/>
                      </a:pPr>
                      <a:r>
                        <a:rPr lang="en-IN" sz="1700" u="none" cap="none" strike="noStrike"/>
                        <a:t>An action that began in the past was ongoing until certain moment in the past</a:t>
                      </a:r>
                      <a:endParaRPr sz="1700" u="none" cap="none" strike="noStrike">
                        <a:latin typeface="Times New Roman"/>
                        <a:ea typeface="Times New Roman"/>
                        <a:cs typeface="Times New Roman"/>
                        <a:sym typeface="Times New Roman"/>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700"/>
                        <a:buFont typeface="Arial"/>
                        <a:buNone/>
                      </a:pPr>
                      <a:r>
                        <a:rPr lang="en-IN" sz="1700" u="none" cap="none" strike="noStrike"/>
                        <a:t>an action that will be in progress until some point of time in future</a:t>
                      </a:r>
                      <a:endParaRPr sz="1700" u="none" cap="none" strike="noStrike">
                        <a:latin typeface="Times New Roman"/>
                        <a:ea typeface="Times New Roman"/>
                        <a:cs typeface="Times New Roman"/>
                        <a:sym typeface="Times New Roman"/>
                      </a:endParaRPr>
                    </a:p>
                  </a:txBody>
                  <a:tcPr marT="91425" marB="91425" marR="91425" marL="91425"/>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10"/>
          <p:cNvSpPr txBox="1"/>
          <p:nvPr>
            <p:ph type="title"/>
          </p:nvPr>
        </p:nvSpPr>
        <p:spPr>
          <a:xfrm>
            <a:off x="4414683" y="78300"/>
            <a:ext cx="3516910" cy="538500"/>
          </a:xfrm>
          <a:prstGeom prst="rect">
            <a:avLst/>
          </a:prstGeom>
          <a:solidFill>
            <a:srgbClr val="DCF1E7"/>
          </a:solidFill>
          <a:ln>
            <a:noFill/>
          </a:ln>
        </p:spPr>
        <p:txBody>
          <a:bodyPr anchorCtr="0" anchor="b" bIns="45700" lIns="91425" spcFirstLastPara="1" rIns="91425" wrap="square" tIns="45700">
            <a:normAutofit fontScale="90000"/>
          </a:bodyPr>
          <a:lstStyle/>
          <a:p>
            <a:pPr indent="0" lvl="0" marL="0" rtl="0" algn="ctr">
              <a:lnSpc>
                <a:spcPct val="110000"/>
              </a:lnSpc>
              <a:spcBef>
                <a:spcPts val="0"/>
              </a:spcBef>
              <a:spcAft>
                <a:spcPts val="0"/>
              </a:spcAft>
              <a:buSzPct val="57142"/>
              <a:buNone/>
            </a:pPr>
            <a:r>
              <a:rPr b="1" lang="en-IN" sz="3500">
                <a:latin typeface="Times New Roman"/>
                <a:ea typeface="Times New Roman"/>
                <a:cs typeface="Times New Roman"/>
                <a:sym typeface="Times New Roman"/>
              </a:rPr>
              <a:t>Tenses</a:t>
            </a:r>
            <a:endParaRPr b="1" sz="3500">
              <a:latin typeface="Times New Roman"/>
              <a:ea typeface="Times New Roman"/>
              <a:cs typeface="Times New Roman"/>
              <a:sym typeface="Times New Roman"/>
            </a:endParaRPr>
          </a:p>
        </p:txBody>
      </p:sp>
      <p:graphicFrame>
        <p:nvGraphicFramePr>
          <p:cNvPr id="137" name="Google Shape;137;p10"/>
          <p:cNvGraphicFramePr/>
          <p:nvPr/>
        </p:nvGraphicFramePr>
        <p:xfrm>
          <a:off x="269247" y="734271"/>
          <a:ext cx="3000000" cy="3000000"/>
        </p:xfrm>
        <a:graphic>
          <a:graphicData uri="http://schemas.openxmlformats.org/drawingml/2006/table">
            <a:tbl>
              <a:tblPr>
                <a:noFill/>
                <a:tableStyleId>{7A19A54E-5F0A-40D8-80F5-CB03A73DE904}</a:tableStyleId>
              </a:tblPr>
              <a:tblGrid>
                <a:gridCol w="1376275"/>
                <a:gridCol w="3425750"/>
                <a:gridCol w="3425750"/>
                <a:gridCol w="3425750"/>
              </a:tblGrid>
              <a:tr h="492125">
                <a:tc>
                  <a:txBody>
                    <a:bodyPr/>
                    <a:lstStyle/>
                    <a:p>
                      <a:pPr indent="0" lvl="0" marL="0" marR="0" rtl="0" algn="l">
                        <a:lnSpc>
                          <a:spcPct val="100000"/>
                        </a:lnSpc>
                        <a:spcBef>
                          <a:spcPts val="0"/>
                        </a:spcBef>
                        <a:spcAft>
                          <a:spcPts val="0"/>
                        </a:spcAft>
                        <a:buClr>
                          <a:srgbClr val="000000"/>
                        </a:buClr>
                        <a:buSzPts val="1600"/>
                        <a:buFont typeface="Arial"/>
                        <a:buNone/>
                      </a:pPr>
                      <a:r>
                        <a:rPr lang="en-IN" sz="1600" u="none" cap="none" strike="noStrike">
                          <a:solidFill>
                            <a:srgbClr val="FF0000"/>
                          </a:solidFill>
                        </a:rPr>
                        <a:t>Examples</a:t>
                      </a:r>
                      <a:endParaRPr sz="1600" u="none" cap="none" strike="noStrike">
                        <a:solidFill>
                          <a:srgbClr val="FF0000"/>
                        </a:solidFill>
                        <a:latin typeface="Times New Roman"/>
                        <a:ea typeface="Times New Roman"/>
                        <a:cs typeface="Times New Roman"/>
                        <a:sym typeface="Times New Roman"/>
                      </a:endParaRPr>
                    </a:p>
                  </a:txBody>
                  <a:tcPr marT="91425" marB="91425" marR="91425" marL="914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600"/>
                        <a:buFont typeface="Arial"/>
                        <a:buNone/>
                      </a:pPr>
                      <a:r>
                        <a:rPr b="1" lang="en-IN" sz="1600" u="none" cap="none" strike="noStrike"/>
                        <a:t>Present Tense</a:t>
                      </a:r>
                      <a:endParaRPr b="1" sz="1600" u="none" cap="none" strike="noStrike">
                        <a:latin typeface="Times New Roman"/>
                        <a:ea typeface="Times New Roman"/>
                        <a:cs typeface="Times New Roman"/>
                        <a:sym typeface="Times New Roman"/>
                      </a:endParaRPr>
                    </a:p>
                  </a:txBody>
                  <a:tcPr marT="91425" marB="91425" marR="91425" marL="914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600"/>
                        <a:buFont typeface="Arial"/>
                        <a:buNone/>
                      </a:pPr>
                      <a:r>
                        <a:rPr b="1" lang="en-IN" sz="1600" u="none" cap="none" strike="noStrike"/>
                        <a:t>Past Tense</a:t>
                      </a:r>
                      <a:endParaRPr b="1" sz="1600" u="none" cap="none" strike="noStrike">
                        <a:latin typeface="Times New Roman"/>
                        <a:ea typeface="Times New Roman"/>
                        <a:cs typeface="Times New Roman"/>
                        <a:sym typeface="Times New Roman"/>
                      </a:endParaRPr>
                    </a:p>
                  </a:txBody>
                  <a:tcPr marT="91425" marB="91425" marR="91425" marL="914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600"/>
                        <a:buFont typeface="Arial"/>
                        <a:buNone/>
                      </a:pPr>
                      <a:r>
                        <a:rPr b="1" lang="en-IN" sz="1600" u="none" cap="none" strike="noStrike"/>
                        <a:t>Future Tense</a:t>
                      </a:r>
                      <a:endParaRPr b="1" sz="1600" u="none" cap="none" strike="noStrike">
                        <a:latin typeface="Times New Roman"/>
                        <a:ea typeface="Times New Roman"/>
                        <a:cs typeface="Times New Roman"/>
                        <a:sym typeface="Times New Roman"/>
                      </a:endParaRPr>
                    </a:p>
                  </a:txBody>
                  <a:tcPr marT="91425" marB="91425" marR="91425" marL="914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r>
              <a:tr h="1438600">
                <a:tc>
                  <a:txBody>
                    <a:bodyPr/>
                    <a:lstStyle/>
                    <a:p>
                      <a:pPr indent="0" lvl="0" marL="0" marR="0" rtl="0" algn="l">
                        <a:lnSpc>
                          <a:spcPct val="100000"/>
                        </a:lnSpc>
                        <a:spcBef>
                          <a:spcPts val="0"/>
                        </a:spcBef>
                        <a:spcAft>
                          <a:spcPts val="0"/>
                        </a:spcAft>
                        <a:buClr>
                          <a:srgbClr val="000000"/>
                        </a:buClr>
                        <a:buSzPts val="1600"/>
                        <a:buFont typeface="Arial"/>
                        <a:buNone/>
                      </a:pPr>
                      <a:r>
                        <a:rPr b="1" lang="en-IN" sz="1600" u="none" cap="none" strike="noStrike"/>
                        <a:t>Indefinite/ Simple</a:t>
                      </a:r>
                      <a:endParaRPr b="1" sz="1600" u="none" cap="none" strike="noStrike">
                        <a:latin typeface="Times New Roman"/>
                        <a:ea typeface="Times New Roman"/>
                        <a:cs typeface="Times New Roman"/>
                        <a:sym typeface="Times New Roman"/>
                      </a:endParaRPr>
                    </a:p>
                  </a:txBody>
                  <a:tcPr marT="91425" marB="91425" marR="91425" marL="914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700"/>
                        <a:buFont typeface="Arial"/>
                        <a:buNone/>
                      </a:pPr>
                      <a:r>
                        <a:rPr lang="en-IN" sz="1700" u="none" cap="none" strike="noStrike">
                          <a:latin typeface="Times New Roman"/>
                          <a:ea typeface="Times New Roman"/>
                          <a:cs typeface="Times New Roman"/>
                          <a:sym typeface="Times New Roman"/>
                        </a:rPr>
                        <a:t>I brush my teeth every morning.</a:t>
                      </a:r>
                      <a:endParaRPr sz="17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700"/>
                        <a:buFont typeface="Arial"/>
                        <a:buNone/>
                      </a:pPr>
                      <a:r>
                        <a:rPr lang="en-IN" sz="1700" u="none" cap="none" strike="noStrike">
                          <a:latin typeface="Times New Roman"/>
                          <a:ea typeface="Times New Roman"/>
                          <a:cs typeface="Times New Roman"/>
                          <a:sym typeface="Times New Roman"/>
                        </a:rPr>
                        <a:t>I</a:t>
                      </a:r>
                      <a:r>
                        <a:rPr b="1" lang="en-IN" sz="1700" u="none" cap="none" strike="noStrike">
                          <a:latin typeface="Times New Roman"/>
                          <a:ea typeface="Times New Roman"/>
                          <a:cs typeface="Times New Roman"/>
                          <a:sym typeface="Times New Roman"/>
                        </a:rPr>
                        <a:t> cry</a:t>
                      </a:r>
                      <a:r>
                        <a:rPr lang="en-IN" sz="1700" u="none" cap="none" strike="noStrike">
                          <a:latin typeface="Times New Roman"/>
                          <a:ea typeface="Times New Roman"/>
                          <a:cs typeface="Times New Roman"/>
                          <a:sym typeface="Times New Roman"/>
                        </a:rPr>
                        <a:t> a lot but I am </a:t>
                      </a:r>
                      <a:r>
                        <a:rPr b="1" lang="en-IN" sz="1700" u="none" cap="none" strike="noStrike">
                          <a:latin typeface="Times New Roman"/>
                          <a:ea typeface="Times New Roman"/>
                          <a:cs typeface="Times New Roman"/>
                          <a:sym typeface="Times New Roman"/>
                        </a:rPr>
                        <a:t>not crying</a:t>
                      </a:r>
                      <a:r>
                        <a:rPr lang="en-IN" sz="1700" u="none" cap="none" strike="noStrike">
                          <a:latin typeface="Times New Roman"/>
                          <a:ea typeface="Times New Roman"/>
                          <a:cs typeface="Times New Roman"/>
                          <a:sym typeface="Times New Roman"/>
                        </a:rPr>
                        <a:t> right now.</a:t>
                      </a:r>
                      <a:endParaRPr sz="1700" u="none" cap="none" strike="noStrike">
                        <a:latin typeface="Times New Roman"/>
                        <a:ea typeface="Times New Roman"/>
                        <a:cs typeface="Times New Roman"/>
                        <a:sym typeface="Times New Roman"/>
                      </a:endParaRPr>
                    </a:p>
                  </a:txBody>
                  <a:tcPr marT="91425" marB="91425" marR="91425" marL="914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700"/>
                        <a:buFont typeface="Arial"/>
                        <a:buNone/>
                      </a:pPr>
                      <a:r>
                        <a:rPr lang="en-IN" sz="1700" u="none" cap="none" strike="noStrike">
                          <a:latin typeface="Times New Roman"/>
                          <a:ea typeface="Times New Roman"/>
                          <a:cs typeface="Times New Roman"/>
                          <a:sym typeface="Times New Roman"/>
                        </a:rPr>
                        <a:t>I liked sour candies when I was young.</a:t>
                      </a:r>
                      <a:endParaRPr sz="17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700"/>
                        <a:buFont typeface="Arial"/>
                        <a:buNone/>
                      </a:pPr>
                      <a:r>
                        <a:rPr lang="en-IN" sz="1700" u="none" cap="none" strike="noStrike">
                          <a:latin typeface="Times New Roman"/>
                          <a:ea typeface="Times New Roman"/>
                          <a:cs typeface="Times New Roman"/>
                          <a:sym typeface="Times New Roman"/>
                        </a:rPr>
                        <a:t>I did not tell my friends about it. </a:t>
                      </a:r>
                      <a:endParaRPr sz="1700" u="none" cap="none" strike="noStrike">
                        <a:latin typeface="Times New Roman"/>
                        <a:ea typeface="Times New Roman"/>
                        <a:cs typeface="Times New Roman"/>
                        <a:sym typeface="Times New Roman"/>
                      </a:endParaRPr>
                    </a:p>
                  </a:txBody>
                  <a:tcPr marT="91425" marB="91425" marR="91425" marL="914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700"/>
                        <a:buFont typeface="Arial"/>
                        <a:buNone/>
                      </a:pPr>
                      <a:r>
                        <a:rPr lang="en-IN" sz="1700" u="none" cap="none" strike="noStrike">
                          <a:latin typeface="Times New Roman"/>
                          <a:ea typeface="Times New Roman"/>
                          <a:cs typeface="Times New Roman"/>
                          <a:sym typeface="Times New Roman"/>
                        </a:rPr>
                        <a:t>It will rain tomorrow. </a:t>
                      </a:r>
                      <a:endParaRPr sz="1700" u="none" cap="none" strike="noStrike">
                        <a:latin typeface="Times New Roman"/>
                        <a:ea typeface="Times New Roman"/>
                        <a:cs typeface="Times New Roman"/>
                        <a:sym typeface="Times New Roman"/>
                      </a:endParaRPr>
                    </a:p>
                  </a:txBody>
                  <a:tcPr marT="91425" marB="91425" marR="91425" marL="914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r>
              <a:tr h="1484175">
                <a:tc>
                  <a:txBody>
                    <a:bodyPr/>
                    <a:lstStyle/>
                    <a:p>
                      <a:pPr indent="0" lvl="0" marL="0" marR="0" rtl="0" algn="l">
                        <a:lnSpc>
                          <a:spcPct val="100000"/>
                        </a:lnSpc>
                        <a:spcBef>
                          <a:spcPts val="0"/>
                        </a:spcBef>
                        <a:spcAft>
                          <a:spcPts val="0"/>
                        </a:spcAft>
                        <a:buClr>
                          <a:srgbClr val="000000"/>
                        </a:buClr>
                        <a:buSzPts val="1600"/>
                        <a:buFont typeface="Arial"/>
                        <a:buNone/>
                      </a:pPr>
                      <a:r>
                        <a:rPr b="1" lang="en-IN" sz="1600" u="none" cap="none" strike="noStrike"/>
                        <a:t>Continuous</a:t>
                      </a:r>
                      <a:endParaRPr b="1" sz="1600" u="none" cap="none" strike="noStrike">
                        <a:latin typeface="Times New Roman"/>
                        <a:ea typeface="Times New Roman"/>
                        <a:cs typeface="Times New Roman"/>
                        <a:sym typeface="Times New Roman"/>
                      </a:endParaRPr>
                    </a:p>
                  </a:txBody>
                  <a:tcPr marT="91425" marB="91425" marR="91425" marL="914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700"/>
                        <a:buFont typeface="Arial"/>
                        <a:buNone/>
                      </a:pPr>
                      <a:r>
                        <a:rPr lang="en-IN" sz="1700" u="none" cap="none" strike="noStrike">
                          <a:latin typeface="Times New Roman"/>
                          <a:ea typeface="Times New Roman"/>
                          <a:cs typeface="Times New Roman"/>
                          <a:sym typeface="Times New Roman"/>
                        </a:rPr>
                        <a:t>I am taking a class right now. </a:t>
                      </a:r>
                      <a:endParaRPr sz="17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700"/>
                        <a:buFont typeface="Arial"/>
                        <a:buNone/>
                      </a:pPr>
                      <a:r>
                        <a:rPr lang="en-IN" sz="1700" u="none" cap="none" strike="noStrike">
                          <a:latin typeface="Times New Roman"/>
                          <a:ea typeface="Times New Roman"/>
                          <a:cs typeface="Times New Roman"/>
                          <a:sym typeface="Times New Roman"/>
                        </a:rPr>
                        <a:t>I am not painting the room. </a:t>
                      </a:r>
                      <a:endParaRPr sz="1700" u="none" cap="none" strike="noStrike">
                        <a:latin typeface="Times New Roman"/>
                        <a:ea typeface="Times New Roman"/>
                        <a:cs typeface="Times New Roman"/>
                        <a:sym typeface="Times New Roman"/>
                      </a:endParaRPr>
                    </a:p>
                  </a:txBody>
                  <a:tcPr marT="91425" marB="91425" marR="91425" marL="914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700"/>
                        <a:buFont typeface="Arial"/>
                        <a:buNone/>
                      </a:pPr>
                      <a:r>
                        <a:rPr lang="en-IN" sz="1700" u="none" cap="none" strike="noStrike">
                          <a:latin typeface="Times New Roman"/>
                          <a:ea typeface="Times New Roman"/>
                          <a:cs typeface="Times New Roman"/>
                          <a:sym typeface="Times New Roman"/>
                        </a:rPr>
                        <a:t>I was watching a movie when you called. </a:t>
                      </a:r>
                      <a:endParaRPr sz="17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700"/>
                        <a:buFont typeface="Arial"/>
                        <a:buNone/>
                      </a:pPr>
                      <a:r>
                        <a:rPr lang="en-IN" sz="1700" u="none" cap="none" strike="noStrike">
                          <a:latin typeface="Times New Roman"/>
                          <a:ea typeface="Times New Roman"/>
                          <a:cs typeface="Times New Roman"/>
                          <a:sym typeface="Times New Roman"/>
                        </a:rPr>
                        <a:t>I was arguing with my parents yesterday. </a:t>
                      </a:r>
                      <a:endParaRPr sz="17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700"/>
                        <a:buFont typeface="Arial"/>
                        <a:buNone/>
                      </a:pPr>
                      <a:r>
                        <a:t/>
                      </a:r>
                      <a:endParaRPr sz="1700" u="none" cap="none" strike="noStrike">
                        <a:latin typeface="Times New Roman"/>
                        <a:ea typeface="Times New Roman"/>
                        <a:cs typeface="Times New Roman"/>
                        <a:sym typeface="Times New Roman"/>
                      </a:endParaRPr>
                    </a:p>
                  </a:txBody>
                  <a:tcPr marT="91425" marB="91425" marR="91425" marL="914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700"/>
                        <a:buFont typeface="Arial"/>
                        <a:buNone/>
                      </a:pPr>
                      <a:r>
                        <a:rPr lang="en-IN" sz="1700" u="none" cap="none" strike="noStrike">
                          <a:latin typeface="Times New Roman"/>
                          <a:ea typeface="Times New Roman"/>
                          <a:cs typeface="Times New Roman"/>
                          <a:sym typeface="Times New Roman"/>
                        </a:rPr>
                        <a:t>We will not be staying here after Christmas.</a:t>
                      </a:r>
                      <a:endParaRPr sz="1700" u="none" cap="none" strike="noStrike">
                        <a:latin typeface="Times New Roman"/>
                        <a:ea typeface="Times New Roman"/>
                        <a:cs typeface="Times New Roman"/>
                        <a:sym typeface="Times New Roman"/>
                      </a:endParaRPr>
                    </a:p>
                  </a:txBody>
                  <a:tcPr marT="91425" marB="91425" marR="91425" marL="914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r>
              <a:tr h="1259600">
                <a:tc>
                  <a:txBody>
                    <a:bodyPr/>
                    <a:lstStyle/>
                    <a:p>
                      <a:pPr indent="0" lvl="0" marL="0" marR="0" rtl="0" algn="l">
                        <a:lnSpc>
                          <a:spcPct val="100000"/>
                        </a:lnSpc>
                        <a:spcBef>
                          <a:spcPts val="0"/>
                        </a:spcBef>
                        <a:spcAft>
                          <a:spcPts val="0"/>
                        </a:spcAft>
                        <a:buClr>
                          <a:srgbClr val="000000"/>
                        </a:buClr>
                        <a:buSzPts val="1600"/>
                        <a:buFont typeface="Arial"/>
                        <a:buNone/>
                      </a:pPr>
                      <a:r>
                        <a:rPr b="1" lang="en-IN" sz="1600" u="none" cap="none" strike="noStrike"/>
                        <a:t>Perfect</a:t>
                      </a:r>
                      <a:endParaRPr b="1" sz="1600" u="none" cap="none" strike="noStrike">
                        <a:latin typeface="Times New Roman"/>
                        <a:ea typeface="Times New Roman"/>
                        <a:cs typeface="Times New Roman"/>
                        <a:sym typeface="Times New Roman"/>
                      </a:endParaRPr>
                    </a:p>
                  </a:txBody>
                  <a:tcPr marT="91425" marB="91425" marR="91425" marL="914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700"/>
                        <a:buFont typeface="Arial"/>
                        <a:buNone/>
                      </a:pPr>
                      <a:r>
                        <a:rPr lang="en-IN" sz="1700" u="none" cap="none" strike="noStrike">
                          <a:latin typeface="Times New Roman"/>
                          <a:ea typeface="Times New Roman"/>
                          <a:cs typeface="Times New Roman"/>
                          <a:sym typeface="Times New Roman"/>
                        </a:rPr>
                        <a:t>I have never read a book without a subplot.</a:t>
                      </a:r>
                      <a:endParaRPr sz="17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700"/>
                        <a:buFont typeface="Arial"/>
                        <a:buNone/>
                      </a:pPr>
                      <a:r>
                        <a:rPr lang="en-IN" sz="1700" u="none" cap="none" strike="noStrike">
                          <a:latin typeface="Times New Roman"/>
                          <a:ea typeface="Times New Roman"/>
                          <a:cs typeface="Times New Roman"/>
                          <a:sym typeface="Times New Roman"/>
                        </a:rPr>
                        <a:t>He has bought a new car recently.</a:t>
                      </a:r>
                      <a:endParaRPr sz="1700" u="none" cap="none" strike="noStrike">
                        <a:latin typeface="Times New Roman"/>
                        <a:ea typeface="Times New Roman"/>
                        <a:cs typeface="Times New Roman"/>
                        <a:sym typeface="Times New Roman"/>
                      </a:endParaRPr>
                    </a:p>
                  </a:txBody>
                  <a:tcPr marT="91425" marB="91425" marR="91425" marL="914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700"/>
                        <a:buFont typeface="Arial"/>
                        <a:buNone/>
                      </a:pPr>
                      <a:r>
                        <a:rPr lang="en-IN" sz="1700" u="none" cap="none" strike="noStrike">
                          <a:latin typeface="Times New Roman"/>
                          <a:ea typeface="Times New Roman"/>
                          <a:cs typeface="Times New Roman"/>
                          <a:sym typeface="Times New Roman"/>
                        </a:rPr>
                        <a:t>I had left the town when they arrived. </a:t>
                      </a:r>
                      <a:endParaRPr sz="17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700"/>
                        <a:buFont typeface="Arial"/>
                        <a:buNone/>
                      </a:pPr>
                      <a:r>
                        <a:rPr lang="en-IN" sz="1700" u="none" cap="none" strike="noStrike">
                          <a:latin typeface="Times New Roman"/>
                          <a:ea typeface="Times New Roman"/>
                          <a:cs typeface="Times New Roman"/>
                          <a:sym typeface="Times New Roman"/>
                        </a:rPr>
                        <a:t>The had released the application last Sunday. </a:t>
                      </a:r>
                      <a:endParaRPr sz="1700" u="none" cap="none" strike="noStrike">
                        <a:latin typeface="Times New Roman"/>
                        <a:ea typeface="Times New Roman"/>
                        <a:cs typeface="Times New Roman"/>
                        <a:sym typeface="Times New Roman"/>
                      </a:endParaRPr>
                    </a:p>
                  </a:txBody>
                  <a:tcPr marT="91425" marB="91425" marR="91425" marL="914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700"/>
                        <a:buFont typeface="Arial"/>
                        <a:buNone/>
                      </a:pPr>
                      <a:r>
                        <a:rPr lang="en-IN" sz="1700" u="none" cap="none" strike="noStrike">
                          <a:latin typeface="Times New Roman"/>
                          <a:ea typeface="Times New Roman"/>
                          <a:cs typeface="Times New Roman"/>
                          <a:sym typeface="Times New Roman"/>
                        </a:rPr>
                        <a:t>They will have left the town by next week. </a:t>
                      </a:r>
                      <a:endParaRPr sz="1700" u="none" cap="none" strike="noStrike">
                        <a:latin typeface="Times New Roman"/>
                        <a:ea typeface="Times New Roman"/>
                        <a:cs typeface="Times New Roman"/>
                        <a:sym typeface="Times New Roman"/>
                      </a:endParaRPr>
                    </a:p>
                  </a:txBody>
                  <a:tcPr marT="91425" marB="91425" marR="91425" marL="914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r>
              <a:tr h="1226050">
                <a:tc>
                  <a:txBody>
                    <a:bodyPr/>
                    <a:lstStyle/>
                    <a:p>
                      <a:pPr indent="0" lvl="0" marL="0" marR="0" rtl="0" algn="l">
                        <a:lnSpc>
                          <a:spcPct val="100000"/>
                        </a:lnSpc>
                        <a:spcBef>
                          <a:spcPts val="0"/>
                        </a:spcBef>
                        <a:spcAft>
                          <a:spcPts val="0"/>
                        </a:spcAft>
                        <a:buClr>
                          <a:srgbClr val="000000"/>
                        </a:buClr>
                        <a:buSzPts val="1600"/>
                        <a:buFont typeface="Arial"/>
                        <a:buNone/>
                      </a:pPr>
                      <a:r>
                        <a:rPr b="1" lang="en-IN" sz="1600" u="none" cap="none" strike="noStrike"/>
                        <a:t>Perfect Continuous</a:t>
                      </a:r>
                      <a:endParaRPr b="1" sz="1600" u="none" cap="none" strike="noStrike">
                        <a:latin typeface="Times New Roman"/>
                        <a:ea typeface="Times New Roman"/>
                        <a:cs typeface="Times New Roman"/>
                        <a:sym typeface="Times New Roman"/>
                      </a:endParaRPr>
                    </a:p>
                  </a:txBody>
                  <a:tcPr marT="91425" marB="91425" marR="91425" marL="914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700"/>
                        <a:buFont typeface="Arial"/>
                        <a:buNone/>
                      </a:pPr>
                      <a:r>
                        <a:rPr lang="en-IN" sz="1700" u="none" cap="none" strike="noStrike">
                          <a:latin typeface="Times New Roman"/>
                          <a:ea typeface="Times New Roman"/>
                          <a:cs typeface="Times New Roman"/>
                          <a:sym typeface="Times New Roman"/>
                        </a:rPr>
                        <a:t>I have been trying to perfect this dish for five years now. </a:t>
                      </a:r>
                      <a:endParaRPr sz="17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700"/>
                        <a:buFont typeface="Arial"/>
                        <a:buNone/>
                      </a:pPr>
                      <a:r>
                        <a:rPr lang="en-IN" sz="1700" u="none" cap="none" strike="noStrike">
                          <a:latin typeface="Times New Roman"/>
                          <a:ea typeface="Times New Roman"/>
                          <a:cs typeface="Times New Roman"/>
                          <a:sym typeface="Times New Roman"/>
                        </a:rPr>
                        <a:t>She </a:t>
                      </a:r>
                      <a:r>
                        <a:rPr b="1" lang="en-IN" sz="1700" u="none" cap="none" strike="noStrike">
                          <a:latin typeface="Times New Roman"/>
                          <a:ea typeface="Times New Roman"/>
                          <a:cs typeface="Times New Roman"/>
                          <a:sym typeface="Times New Roman"/>
                        </a:rPr>
                        <a:t>has not arrived</a:t>
                      </a:r>
                      <a:r>
                        <a:rPr lang="en-IN" sz="1700" u="none" cap="none" strike="noStrike">
                          <a:latin typeface="Times New Roman"/>
                          <a:ea typeface="Times New Roman"/>
                          <a:cs typeface="Times New Roman"/>
                          <a:sym typeface="Times New Roman"/>
                        </a:rPr>
                        <a:t> yet; I </a:t>
                      </a:r>
                      <a:r>
                        <a:rPr b="1" lang="en-IN" sz="1700" u="none" cap="none" strike="noStrike">
                          <a:latin typeface="Times New Roman"/>
                          <a:ea typeface="Times New Roman"/>
                          <a:cs typeface="Times New Roman"/>
                          <a:sym typeface="Times New Roman"/>
                        </a:rPr>
                        <a:t>have been waiting</a:t>
                      </a:r>
                      <a:r>
                        <a:rPr lang="en-IN" sz="1700" u="none" cap="none" strike="noStrike">
                          <a:latin typeface="Times New Roman"/>
                          <a:ea typeface="Times New Roman"/>
                          <a:cs typeface="Times New Roman"/>
                          <a:sym typeface="Times New Roman"/>
                        </a:rPr>
                        <a:t> for two hours. </a:t>
                      </a:r>
                      <a:endParaRPr sz="1700" u="none" cap="none" strike="noStrike">
                        <a:latin typeface="Times New Roman"/>
                        <a:ea typeface="Times New Roman"/>
                        <a:cs typeface="Times New Roman"/>
                        <a:sym typeface="Times New Roman"/>
                      </a:endParaRPr>
                    </a:p>
                  </a:txBody>
                  <a:tcPr marT="91425" marB="91425" marR="91425" marL="914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700"/>
                        <a:buFont typeface="Arial"/>
                        <a:buNone/>
                      </a:pPr>
                      <a:r>
                        <a:rPr lang="en-IN" sz="1700" u="none" cap="none" strike="noStrike">
                          <a:latin typeface="Times New Roman"/>
                          <a:ea typeface="Times New Roman"/>
                          <a:cs typeface="Times New Roman"/>
                          <a:sym typeface="Times New Roman"/>
                        </a:rPr>
                        <a:t>I had been living in illusion for the past seven years until he revealed their secrets to me. </a:t>
                      </a:r>
                      <a:endParaRPr sz="1700" u="none" cap="none" strike="noStrike">
                        <a:latin typeface="Times New Roman"/>
                        <a:ea typeface="Times New Roman"/>
                        <a:cs typeface="Times New Roman"/>
                        <a:sym typeface="Times New Roman"/>
                      </a:endParaRPr>
                    </a:p>
                  </a:txBody>
                  <a:tcPr marT="91425" marB="91425" marR="91425" marL="914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700"/>
                        <a:buFont typeface="Arial"/>
                        <a:buNone/>
                      </a:pPr>
                      <a:r>
                        <a:rPr lang="en-IN" sz="1700" u="none" cap="none" strike="noStrike">
                          <a:latin typeface="Times New Roman"/>
                          <a:ea typeface="Times New Roman"/>
                          <a:cs typeface="Times New Roman"/>
                          <a:sym typeface="Times New Roman"/>
                        </a:rPr>
                        <a:t>I will have been living in this city for three years next month. </a:t>
                      </a:r>
                      <a:endParaRPr sz="1700" u="none" cap="none" strike="noStrike">
                        <a:latin typeface="Times New Roman"/>
                        <a:ea typeface="Times New Roman"/>
                        <a:cs typeface="Times New Roman"/>
                        <a:sym typeface="Times New Roman"/>
                      </a:endParaRPr>
                    </a:p>
                  </a:txBody>
                  <a:tcPr marT="91425" marB="91425" marR="91425" marL="914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11"/>
          <p:cNvSpPr txBox="1"/>
          <p:nvPr>
            <p:ph idx="1" type="body"/>
          </p:nvPr>
        </p:nvSpPr>
        <p:spPr>
          <a:xfrm>
            <a:off x="221226" y="88490"/>
            <a:ext cx="11749547" cy="6769510"/>
          </a:xfrm>
          <a:prstGeom prst="rect">
            <a:avLst/>
          </a:prstGeom>
          <a:noFill/>
          <a:ln>
            <a:noFill/>
          </a:ln>
        </p:spPr>
        <p:txBody>
          <a:bodyPr anchorCtr="0" anchor="t" bIns="45700" lIns="91425" spcFirstLastPara="1" rIns="91425" wrap="square" tIns="45700">
            <a:noAutofit/>
          </a:bodyPr>
          <a:lstStyle/>
          <a:p>
            <a:pPr indent="0" lvl="0" marL="0" rtl="0" algn="l">
              <a:lnSpc>
                <a:spcPct val="107000"/>
              </a:lnSpc>
              <a:spcBef>
                <a:spcPts val="1000"/>
              </a:spcBef>
              <a:spcAft>
                <a:spcPts val="0"/>
              </a:spcAft>
              <a:buSzPts val="1800"/>
              <a:buNone/>
            </a:pPr>
            <a:r>
              <a:rPr b="1" lang="en-IN" sz="2500">
                <a:latin typeface="Times New Roman"/>
                <a:ea typeface="Times New Roman"/>
                <a:cs typeface="Times New Roman"/>
                <a:sym typeface="Times New Roman"/>
              </a:rPr>
              <a:t>The following paragraphs fail to maintain a consistency of tenses. Correct the verbs that are incorrect: </a:t>
            </a:r>
            <a:endParaRPr/>
          </a:p>
          <a:p>
            <a:pPr indent="-457200" lvl="0" marL="457200" rtl="0" algn="l">
              <a:lnSpc>
                <a:spcPct val="107000"/>
              </a:lnSpc>
              <a:spcBef>
                <a:spcPts val="1800"/>
              </a:spcBef>
              <a:spcAft>
                <a:spcPts val="800"/>
              </a:spcAft>
              <a:buSzPts val="1800"/>
              <a:buFont typeface="Arial"/>
              <a:buAutoNum type="alphaUcPeriod"/>
            </a:pPr>
            <a:r>
              <a:rPr lang="en-IN" sz="3000">
                <a:latin typeface="Times New Roman"/>
                <a:ea typeface="Times New Roman"/>
                <a:cs typeface="Times New Roman"/>
                <a:sym typeface="Times New Roman"/>
              </a:rPr>
              <a:t>Last night, as I eat my dinner, I had been thinking of a person who used to be my friend years ago. Thinking about it now, I don’t know why I had remembered her last night. Perhaps it was because we do so many things together, although I have not seen her in several years. Last night I suddenly had wanted to see her. But I probably did not do anything about it. I probably think: "I enjoyed her friendship when I had seen her every day, and now that I will not see her, I enjoyed the memory of our friendship, which was all that remains of our close relationship.</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12"/>
          <p:cNvSpPr txBox="1"/>
          <p:nvPr>
            <p:ph idx="1" type="body"/>
          </p:nvPr>
        </p:nvSpPr>
        <p:spPr>
          <a:xfrm>
            <a:off x="186814" y="196644"/>
            <a:ext cx="11887200" cy="6661356"/>
          </a:xfrm>
          <a:prstGeom prst="rect">
            <a:avLst/>
          </a:prstGeom>
          <a:noFill/>
          <a:ln>
            <a:noFill/>
          </a:ln>
        </p:spPr>
        <p:txBody>
          <a:bodyPr anchorCtr="0" anchor="t" bIns="45700" lIns="91425" spcFirstLastPara="1" rIns="91425" wrap="square" tIns="45700">
            <a:normAutofit fontScale="92500" lnSpcReduction="20000"/>
          </a:bodyPr>
          <a:lstStyle/>
          <a:p>
            <a:pPr indent="0" lvl="0" marL="0" rtl="0" algn="l">
              <a:lnSpc>
                <a:spcPct val="107000"/>
              </a:lnSpc>
              <a:spcBef>
                <a:spcPts val="1000"/>
              </a:spcBef>
              <a:spcAft>
                <a:spcPts val="0"/>
              </a:spcAft>
              <a:buSzPct val="81081"/>
              <a:buNone/>
            </a:pPr>
            <a:r>
              <a:rPr b="1" lang="en-IN">
                <a:latin typeface="Times New Roman"/>
                <a:ea typeface="Times New Roman"/>
                <a:cs typeface="Times New Roman"/>
                <a:sym typeface="Times New Roman"/>
              </a:rPr>
              <a:t>Fill in the blanks in the passage given below with the appropriate form of the verb given in brackets. Do not write the passage but write the verbs in the correct order.</a:t>
            </a:r>
            <a:endParaRPr/>
          </a:p>
          <a:p>
            <a:pPr indent="-320040" lvl="4" marL="320040" rtl="0" algn="l">
              <a:lnSpc>
                <a:spcPct val="107000"/>
              </a:lnSpc>
              <a:spcBef>
                <a:spcPts val="2400"/>
              </a:spcBef>
              <a:spcAft>
                <a:spcPts val="0"/>
              </a:spcAft>
              <a:buSzPct val="88452"/>
              <a:buChar char="○"/>
            </a:pPr>
            <a:r>
              <a:rPr lang="en-IN" sz="2200">
                <a:latin typeface="Times New Roman"/>
                <a:ea typeface="Times New Roman"/>
                <a:cs typeface="Times New Roman"/>
                <a:sym typeface="Times New Roman"/>
              </a:rPr>
              <a:t>To make mixed fruit juice, _____(1) (cut) all the fruits that you like in small slices. ____(2) (Take) a mixer grinder and _____(3) (grind)all the chopped fruits. ____(4) (Pour) the mixture in a glass. Add some black salt and pepper. I ______(5) (not like) to add sugar to it but you can add sugar or honey as per your _____(6) (like). You can also add cucumber slices to____(7) (make) it look appealing.  Drink it in the morning before _____(8) (start) your everyday routine. You____(9) (feel) energised and fresh. It ___(10) (be) a healthier alternative to canned fruit juices as it is without added preservatives. </a:t>
            </a:r>
            <a:endParaRPr sz="2200">
              <a:latin typeface="Times New Roman"/>
              <a:ea typeface="Times New Roman"/>
              <a:cs typeface="Times New Roman"/>
              <a:sym typeface="Times New Roman"/>
            </a:endParaRPr>
          </a:p>
          <a:p>
            <a:pPr indent="0" lvl="0" marL="114300" rtl="0" algn="l">
              <a:lnSpc>
                <a:spcPct val="107000"/>
              </a:lnSpc>
              <a:spcBef>
                <a:spcPts val="1800"/>
              </a:spcBef>
              <a:spcAft>
                <a:spcPts val="0"/>
              </a:spcAft>
              <a:buSzPct val="108108"/>
              <a:buNone/>
            </a:pPr>
            <a:r>
              <a:rPr lang="en-IN" sz="1800">
                <a:latin typeface="Calibri"/>
                <a:ea typeface="Calibri"/>
                <a:cs typeface="Calibri"/>
                <a:sym typeface="Calibri"/>
              </a:rPr>
              <a:t> </a:t>
            </a:r>
            <a:r>
              <a:rPr b="1" lang="en-IN">
                <a:latin typeface="Times New Roman"/>
                <a:ea typeface="Times New Roman"/>
                <a:cs typeface="Times New Roman"/>
                <a:sym typeface="Times New Roman"/>
              </a:rPr>
              <a:t>Change the tenses as directed</a:t>
            </a:r>
            <a:endParaRPr/>
          </a:p>
          <a:p>
            <a:pPr indent="-342899" lvl="1" marL="617220" rtl="0" algn="l">
              <a:lnSpc>
                <a:spcPct val="107000"/>
              </a:lnSpc>
              <a:spcBef>
                <a:spcPts val="2400"/>
              </a:spcBef>
              <a:spcAft>
                <a:spcPts val="0"/>
              </a:spcAft>
              <a:buSzPct val="82702"/>
              <a:buFont typeface="Arial"/>
              <a:buAutoNum type="alphaUcPeriod"/>
            </a:pPr>
            <a:r>
              <a:rPr lang="en-IN" sz="2000">
                <a:latin typeface="Times New Roman"/>
                <a:ea typeface="Times New Roman"/>
                <a:cs typeface="Times New Roman"/>
                <a:sym typeface="Times New Roman"/>
              </a:rPr>
              <a:t> </a:t>
            </a:r>
            <a:r>
              <a:rPr lang="en-IN" sz="2200">
                <a:latin typeface="Times New Roman"/>
                <a:ea typeface="Times New Roman"/>
                <a:cs typeface="Times New Roman"/>
                <a:sym typeface="Times New Roman"/>
              </a:rPr>
              <a:t>Thousands of people will see the art exhibit by the time it closes (change to past tense)</a:t>
            </a:r>
            <a:endParaRPr/>
          </a:p>
          <a:p>
            <a:pPr indent="-342899" lvl="1" marL="617220" rtl="0" algn="l">
              <a:lnSpc>
                <a:spcPct val="107000"/>
              </a:lnSpc>
              <a:spcBef>
                <a:spcPts val="2400"/>
              </a:spcBef>
              <a:spcAft>
                <a:spcPts val="0"/>
              </a:spcAft>
              <a:buSzPct val="75184"/>
              <a:buFont typeface="Arial"/>
              <a:buAutoNum type="alphaUcPeriod"/>
            </a:pPr>
            <a:r>
              <a:rPr lang="en-IN" sz="2200">
                <a:latin typeface="Times New Roman"/>
                <a:ea typeface="Times New Roman"/>
                <a:cs typeface="Times New Roman"/>
                <a:sym typeface="Times New Roman"/>
              </a:rPr>
              <a:t>After Capt. James Cook visited Alaska on his third voyage, he was killed by Hawaiian islanders (change to future tense)</a:t>
            </a:r>
            <a:endParaRPr/>
          </a:p>
          <a:p>
            <a:pPr indent="-342899" lvl="1" marL="617220" rtl="0" algn="l">
              <a:lnSpc>
                <a:spcPct val="107000"/>
              </a:lnSpc>
              <a:spcBef>
                <a:spcPts val="2400"/>
              </a:spcBef>
              <a:spcAft>
                <a:spcPts val="0"/>
              </a:spcAft>
              <a:buSzPct val="75184"/>
              <a:buFont typeface="Arial"/>
              <a:buAutoNum type="alphaUcPeriod"/>
            </a:pPr>
            <a:r>
              <a:rPr lang="en-IN" sz="2200">
                <a:latin typeface="Times New Roman"/>
                <a:ea typeface="Times New Roman"/>
                <a:cs typeface="Times New Roman"/>
                <a:sym typeface="Times New Roman"/>
              </a:rPr>
              <a:t>I was terribly disappointed with my grade because I had studied very hard (change to present tense)</a:t>
            </a:r>
            <a:endParaRPr/>
          </a:p>
          <a:p>
            <a:pPr indent="-342899" lvl="1" marL="617220" rtl="0" algn="l">
              <a:lnSpc>
                <a:spcPct val="107000"/>
              </a:lnSpc>
              <a:spcBef>
                <a:spcPts val="2400"/>
              </a:spcBef>
              <a:spcAft>
                <a:spcPts val="0"/>
              </a:spcAft>
              <a:buSzPct val="75184"/>
              <a:buFont typeface="Arial"/>
              <a:buAutoNum type="alphaUcPeriod"/>
            </a:pPr>
            <a:r>
              <a:rPr lang="en-IN" sz="2200">
                <a:latin typeface="Times New Roman"/>
                <a:ea typeface="Times New Roman"/>
                <a:cs typeface="Times New Roman"/>
                <a:sym typeface="Times New Roman"/>
              </a:rPr>
              <a:t>Everyone hoped the plan would work (change to present tense)</a:t>
            </a:r>
            <a:endParaRPr/>
          </a:p>
          <a:p>
            <a:pPr indent="-342899" lvl="1" marL="617220" rtl="0" algn="l">
              <a:lnSpc>
                <a:spcPct val="107000"/>
              </a:lnSpc>
              <a:spcBef>
                <a:spcPts val="2400"/>
              </a:spcBef>
              <a:spcAft>
                <a:spcPts val="0"/>
              </a:spcAft>
              <a:buSzPct val="75184"/>
              <a:buFont typeface="Arial"/>
              <a:buAutoNum type="alphaUcPeriod"/>
            </a:pPr>
            <a:r>
              <a:rPr lang="en-IN" sz="2200">
                <a:latin typeface="Times New Roman"/>
                <a:ea typeface="Times New Roman"/>
                <a:cs typeface="Times New Roman"/>
                <a:sym typeface="Times New Roman"/>
              </a:rPr>
              <a:t>Scientists predict that the sun will die in the distant future (change to past perfect tense)</a:t>
            </a:r>
            <a:endParaRPr/>
          </a:p>
          <a:p>
            <a:pPr indent="-228600" lvl="0" marL="457200" rtl="0" algn="l">
              <a:lnSpc>
                <a:spcPct val="107000"/>
              </a:lnSpc>
              <a:spcBef>
                <a:spcPts val="1800"/>
              </a:spcBef>
              <a:spcAft>
                <a:spcPts val="0"/>
              </a:spcAft>
              <a:buSzPct val="108108"/>
              <a:buNone/>
            </a:pPr>
            <a:r>
              <a:t/>
            </a:r>
            <a:endParaRPr sz="1800">
              <a:latin typeface="Calibri"/>
              <a:ea typeface="Calibri"/>
              <a:cs typeface="Calibri"/>
              <a:sym typeface="Calibri"/>
            </a:endParaRPr>
          </a:p>
          <a:p>
            <a:pPr indent="-228600" lvl="0" marL="457200" rtl="0" algn="l">
              <a:lnSpc>
                <a:spcPct val="107000"/>
              </a:lnSpc>
              <a:spcBef>
                <a:spcPts val="1800"/>
              </a:spcBef>
              <a:spcAft>
                <a:spcPts val="0"/>
              </a:spcAft>
              <a:buSzPct val="108108"/>
              <a:buNone/>
            </a:pPr>
            <a:r>
              <a:t/>
            </a:r>
            <a:endParaRPr sz="1800">
              <a:latin typeface="Calibri"/>
              <a:ea typeface="Calibri"/>
              <a:cs typeface="Calibri"/>
              <a:sym typeface="Calibri"/>
            </a:endParaRPr>
          </a:p>
          <a:p>
            <a:pPr indent="-228600" lvl="0" marL="457200" rtl="0" algn="l">
              <a:lnSpc>
                <a:spcPct val="107000"/>
              </a:lnSpc>
              <a:spcBef>
                <a:spcPts val="1800"/>
              </a:spcBef>
              <a:spcAft>
                <a:spcPts val="0"/>
              </a:spcAft>
              <a:buSzPct val="108108"/>
              <a:buNone/>
            </a:pPr>
            <a:r>
              <a:t/>
            </a:r>
            <a:endParaRPr sz="1800">
              <a:latin typeface="Calibri"/>
              <a:ea typeface="Calibri"/>
              <a:cs typeface="Calibri"/>
              <a:sym typeface="Calibri"/>
            </a:endParaRPr>
          </a:p>
          <a:p>
            <a:pPr indent="-228600" lvl="0" marL="457200" rtl="0" algn="l">
              <a:lnSpc>
                <a:spcPct val="110000"/>
              </a:lnSpc>
              <a:spcBef>
                <a:spcPts val="1800"/>
              </a:spcBef>
              <a:spcAft>
                <a:spcPts val="0"/>
              </a:spcAft>
              <a:buClr>
                <a:schemeClr val="dk2"/>
              </a:buClr>
              <a:buSzPct val="64864"/>
              <a:buNone/>
            </a:pPr>
            <a:r>
              <a:t/>
            </a:r>
            <a:endParaRPr sz="30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13"/>
          <p:cNvSpPr txBox="1"/>
          <p:nvPr>
            <p:ph type="title"/>
          </p:nvPr>
        </p:nvSpPr>
        <p:spPr>
          <a:xfrm>
            <a:off x="3785493" y="2751483"/>
            <a:ext cx="4621011" cy="1355033"/>
          </a:xfrm>
          <a:prstGeom prst="rect">
            <a:avLst/>
          </a:prstGeom>
          <a:solidFill>
            <a:srgbClr val="C9ABE3"/>
          </a:solidFill>
          <a:ln cap="flat" cmpd="sng" w="9525">
            <a:solidFill>
              <a:srgbClr val="002060"/>
            </a:solidFill>
            <a:prstDash val="solid"/>
            <a:round/>
            <a:headEnd len="sm" w="sm" type="none"/>
            <a:tailEnd len="sm" w="sm" type="none"/>
          </a:ln>
        </p:spPr>
        <p:txBody>
          <a:bodyPr anchorCtr="0" anchor="b" bIns="45700" lIns="91425" spcFirstLastPara="1" rIns="91425" wrap="square" tIns="45700">
            <a:noAutofit/>
          </a:bodyPr>
          <a:lstStyle/>
          <a:p>
            <a:pPr indent="0" lvl="0" marL="0" rtl="0" algn="ctr">
              <a:lnSpc>
                <a:spcPct val="110000"/>
              </a:lnSpc>
              <a:spcBef>
                <a:spcPts val="0"/>
              </a:spcBef>
              <a:spcAft>
                <a:spcPts val="0"/>
              </a:spcAft>
              <a:buClr>
                <a:schemeClr val="dk2"/>
              </a:buClr>
              <a:buSzPts val="8000"/>
              <a:buFont typeface="Bell MT"/>
              <a:buNone/>
            </a:pPr>
            <a:r>
              <a:rPr b="1" lang="en-IN" sz="8000">
                <a:latin typeface="Bell MT"/>
                <a:ea typeface="Bell MT"/>
                <a:cs typeface="Bell MT"/>
                <a:sym typeface="Bell MT"/>
              </a:rPr>
              <a:t>Answers</a:t>
            </a:r>
            <a:endParaRPr/>
          </a:p>
        </p:txBody>
      </p:sp>
      <p:sp>
        <p:nvSpPr>
          <p:cNvPr id="153" name="Google Shape;153;p13"/>
          <p:cNvSpPr txBox="1"/>
          <p:nvPr>
            <p:ph idx="1" type="body"/>
          </p:nvPr>
        </p:nvSpPr>
        <p:spPr>
          <a:xfrm>
            <a:off x="221226" y="815008"/>
            <a:ext cx="11749547" cy="5944669"/>
          </a:xfrm>
          <a:prstGeom prst="rect">
            <a:avLst/>
          </a:prstGeom>
          <a:noFill/>
          <a:ln>
            <a:noFill/>
          </a:ln>
        </p:spPr>
        <p:txBody>
          <a:bodyPr anchorCtr="0" anchor="t" bIns="45700" lIns="91425" spcFirstLastPara="1" rIns="91425" wrap="square" tIns="45700">
            <a:noAutofit/>
          </a:bodyPr>
          <a:lstStyle/>
          <a:p>
            <a:pPr indent="-203200" lvl="0" marL="342900" rtl="0" algn="l">
              <a:lnSpc>
                <a:spcPct val="107000"/>
              </a:lnSpc>
              <a:spcBef>
                <a:spcPts val="0"/>
              </a:spcBef>
              <a:spcAft>
                <a:spcPts val="0"/>
              </a:spcAft>
              <a:buClr>
                <a:schemeClr val="dk2"/>
              </a:buClr>
              <a:buSzPts val="2200"/>
              <a:buFont typeface="Arial"/>
              <a:buNone/>
            </a:pPr>
            <a:r>
              <a:t/>
            </a:r>
            <a:endParaRPr b="1" sz="2200">
              <a:latin typeface="Times New Roman"/>
              <a:ea typeface="Times New Roman"/>
              <a:cs typeface="Times New Roman"/>
              <a:sym typeface="Times New Roman"/>
            </a:endParaRPr>
          </a:p>
          <a:p>
            <a:pPr indent="-203200" lvl="0" marL="342900" rtl="0" algn="l">
              <a:lnSpc>
                <a:spcPct val="107000"/>
              </a:lnSpc>
              <a:spcBef>
                <a:spcPts val="1000"/>
              </a:spcBef>
              <a:spcAft>
                <a:spcPts val="0"/>
              </a:spcAft>
              <a:buClr>
                <a:schemeClr val="dk2"/>
              </a:buClr>
              <a:buSzPts val="2200"/>
              <a:buFont typeface="Arial"/>
              <a:buNone/>
            </a:pPr>
            <a:r>
              <a:t/>
            </a:r>
            <a:endParaRPr sz="2200">
              <a:latin typeface="Arial"/>
              <a:ea typeface="Arial"/>
              <a:cs typeface="Arial"/>
              <a:sym typeface="Arial"/>
            </a:endParaRPr>
          </a:p>
          <a:p>
            <a:pPr indent="0" lvl="0" marL="685800" rtl="0" algn="l">
              <a:lnSpc>
                <a:spcPct val="107000"/>
              </a:lnSpc>
              <a:spcBef>
                <a:spcPts val="1000"/>
              </a:spcBef>
              <a:spcAft>
                <a:spcPts val="0"/>
              </a:spcAft>
              <a:buClr>
                <a:schemeClr val="dk2"/>
              </a:buClr>
              <a:buSzPts val="2200"/>
              <a:buFont typeface="Times New Roman"/>
              <a:buNone/>
            </a:pPr>
            <a:r>
              <a:rPr lang="en-IN" sz="2200">
                <a:latin typeface="Times New Roman"/>
                <a:ea typeface="Times New Roman"/>
                <a:cs typeface="Times New Roman"/>
                <a:sym typeface="Times New Roman"/>
              </a:rPr>
              <a:t> </a:t>
            </a:r>
            <a:endParaRPr sz="2200">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14"/>
          <p:cNvSpPr txBox="1"/>
          <p:nvPr>
            <p:ph idx="1" type="body"/>
          </p:nvPr>
        </p:nvSpPr>
        <p:spPr>
          <a:xfrm>
            <a:off x="221226" y="98322"/>
            <a:ext cx="11749547" cy="6661355"/>
          </a:xfrm>
          <a:prstGeom prst="rect">
            <a:avLst/>
          </a:prstGeom>
          <a:noFill/>
          <a:ln>
            <a:noFill/>
          </a:ln>
        </p:spPr>
        <p:txBody>
          <a:bodyPr anchorCtr="0" anchor="t" bIns="45700" lIns="91425" spcFirstLastPara="1" rIns="91425" wrap="square" tIns="45700">
            <a:noAutofit/>
          </a:bodyPr>
          <a:lstStyle/>
          <a:p>
            <a:pPr indent="-457200" lvl="1" marL="731520" rtl="0" algn="l">
              <a:lnSpc>
                <a:spcPct val="100000"/>
              </a:lnSpc>
              <a:spcBef>
                <a:spcPts val="1600"/>
              </a:spcBef>
              <a:spcAft>
                <a:spcPts val="0"/>
              </a:spcAft>
              <a:buSzPts val="1530"/>
              <a:buFont typeface="Arial"/>
              <a:buAutoNum type="arabicPeriod"/>
            </a:pPr>
            <a:r>
              <a:rPr b="1" lang="en-IN" sz="2400">
                <a:latin typeface="Times New Roman"/>
                <a:ea typeface="Times New Roman"/>
                <a:cs typeface="Times New Roman"/>
                <a:sym typeface="Times New Roman"/>
              </a:rPr>
              <a:t>The following paragraphs fail to maintain a consistency of tenses. Correct the verbs that are incorrect: </a:t>
            </a:r>
            <a:endParaRPr/>
          </a:p>
          <a:p>
            <a:pPr indent="-360044" lvl="1" marL="731520" rtl="0" algn="l">
              <a:lnSpc>
                <a:spcPct val="100000"/>
              </a:lnSpc>
              <a:spcBef>
                <a:spcPts val="1600"/>
              </a:spcBef>
              <a:spcAft>
                <a:spcPts val="0"/>
              </a:spcAft>
              <a:buSzPts val="1530"/>
              <a:buFont typeface="Arial"/>
              <a:buNone/>
            </a:pPr>
            <a:r>
              <a:t/>
            </a:r>
            <a:endParaRPr sz="2100">
              <a:latin typeface="Times New Roman"/>
              <a:ea typeface="Times New Roman"/>
              <a:cs typeface="Times New Roman"/>
              <a:sym typeface="Times New Roman"/>
            </a:endParaRPr>
          </a:p>
          <a:p>
            <a:pPr indent="-457200" lvl="1" marL="731520" rtl="0" algn="l">
              <a:lnSpc>
                <a:spcPct val="100000"/>
              </a:lnSpc>
              <a:spcBef>
                <a:spcPts val="1600"/>
              </a:spcBef>
              <a:spcAft>
                <a:spcPts val="0"/>
              </a:spcAft>
              <a:buSzPts val="1530"/>
              <a:buFont typeface="Arial"/>
              <a:buAutoNum type="alphaUcPeriod"/>
            </a:pPr>
            <a:r>
              <a:rPr lang="en-IN" sz="2400">
                <a:latin typeface="Times New Roman"/>
                <a:ea typeface="Times New Roman"/>
                <a:cs typeface="Times New Roman"/>
                <a:sym typeface="Times New Roman"/>
              </a:rPr>
              <a:t>Last night, as I </a:t>
            </a:r>
            <a:r>
              <a:rPr b="1" lang="en-IN" sz="2400">
                <a:solidFill>
                  <a:srgbClr val="C00000"/>
                </a:solidFill>
                <a:latin typeface="Times New Roman"/>
                <a:ea typeface="Times New Roman"/>
                <a:cs typeface="Times New Roman"/>
                <a:sym typeface="Times New Roman"/>
              </a:rPr>
              <a:t>ate</a:t>
            </a:r>
            <a:r>
              <a:rPr lang="en-IN" sz="2400">
                <a:latin typeface="Times New Roman"/>
                <a:ea typeface="Times New Roman"/>
                <a:cs typeface="Times New Roman"/>
                <a:sym typeface="Times New Roman"/>
              </a:rPr>
              <a:t> my dinner, I </a:t>
            </a:r>
            <a:r>
              <a:rPr b="1" lang="en-IN" sz="2400">
                <a:solidFill>
                  <a:srgbClr val="C00000"/>
                </a:solidFill>
                <a:latin typeface="Times New Roman"/>
                <a:ea typeface="Times New Roman"/>
                <a:cs typeface="Times New Roman"/>
                <a:sym typeface="Times New Roman"/>
              </a:rPr>
              <a:t>thought</a:t>
            </a:r>
            <a:r>
              <a:rPr lang="en-IN" sz="2400">
                <a:latin typeface="Times New Roman"/>
                <a:ea typeface="Times New Roman"/>
                <a:cs typeface="Times New Roman"/>
                <a:sym typeface="Times New Roman"/>
              </a:rPr>
              <a:t> of a person who used to be my friend years ago. Thinking about it now, I don’t know why I </a:t>
            </a:r>
            <a:r>
              <a:rPr b="1" lang="en-IN" sz="2400">
                <a:solidFill>
                  <a:srgbClr val="C00000"/>
                </a:solidFill>
                <a:latin typeface="Times New Roman"/>
                <a:ea typeface="Times New Roman"/>
                <a:cs typeface="Times New Roman"/>
                <a:sym typeface="Times New Roman"/>
              </a:rPr>
              <a:t>remembered</a:t>
            </a:r>
            <a:r>
              <a:rPr lang="en-IN" sz="2400">
                <a:latin typeface="Times New Roman"/>
                <a:ea typeface="Times New Roman"/>
                <a:cs typeface="Times New Roman"/>
                <a:sym typeface="Times New Roman"/>
              </a:rPr>
              <a:t> her last night. Perhaps it </a:t>
            </a:r>
            <a:r>
              <a:rPr b="1" lang="en-IN" sz="2400">
                <a:solidFill>
                  <a:srgbClr val="C00000"/>
                </a:solidFill>
                <a:latin typeface="Times New Roman"/>
                <a:ea typeface="Times New Roman"/>
                <a:cs typeface="Times New Roman"/>
                <a:sym typeface="Times New Roman"/>
              </a:rPr>
              <a:t>is</a:t>
            </a:r>
            <a:r>
              <a:rPr b="1" lang="en-IN" sz="2400">
                <a:latin typeface="Times New Roman"/>
                <a:ea typeface="Times New Roman"/>
                <a:cs typeface="Times New Roman"/>
                <a:sym typeface="Times New Roman"/>
              </a:rPr>
              <a:t> </a:t>
            </a:r>
            <a:r>
              <a:rPr lang="en-IN" sz="2400">
                <a:latin typeface="Times New Roman"/>
                <a:ea typeface="Times New Roman"/>
                <a:cs typeface="Times New Roman"/>
                <a:sym typeface="Times New Roman"/>
              </a:rPr>
              <a:t>because we </a:t>
            </a:r>
            <a:r>
              <a:rPr b="1" lang="en-IN" sz="2400">
                <a:solidFill>
                  <a:srgbClr val="C00000"/>
                </a:solidFill>
                <a:latin typeface="Times New Roman"/>
                <a:ea typeface="Times New Roman"/>
                <a:cs typeface="Times New Roman"/>
                <a:sym typeface="Times New Roman"/>
              </a:rPr>
              <a:t>used to do/ did</a:t>
            </a:r>
            <a:r>
              <a:rPr lang="en-IN" sz="2400">
                <a:solidFill>
                  <a:srgbClr val="C00000"/>
                </a:solidFill>
                <a:latin typeface="Times New Roman"/>
                <a:ea typeface="Times New Roman"/>
                <a:cs typeface="Times New Roman"/>
                <a:sym typeface="Times New Roman"/>
              </a:rPr>
              <a:t> </a:t>
            </a:r>
            <a:r>
              <a:rPr lang="en-IN" sz="2400">
                <a:latin typeface="Times New Roman"/>
                <a:ea typeface="Times New Roman"/>
                <a:cs typeface="Times New Roman"/>
                <a:sym typeface="Times New Roman"/>
              </a:rPr>
              <a:t>so many things together, although I have not seen her in several years. Last night I suddenly </a:t>
            </a:r>
            <a:r>
              <a:rPr b="1" lang="en-IN" sz="2400">
                <a:solidFill>
                  <a:srgbClr val="C00000"/>
                </a:solidFill>
                <a:latin typeface="Times New Roman"/>
                <a:ea typeface="Times New Roman"/>
                <a:cs typeface="Times New Roman"/>
                <a:sym typeface="Times New Roman"/>
              </a:rPr>
              <a:t>wanted</a:t>
            </a:r>
            <a:r>
              <a:rPr lang="en-IN" sz="2400">
                <a:latin typeface="Times New Roman"/>
                <a:ea typeface="Times New Roman"/>
                <a:cs typeface="Times New Roman"/>
                <a:sym typeface="Times New Roman"/>
              </a:rPr>
              <a:t> to see her. But I probably </a:t>
            </a:r>
            <a:r>
              <a:rPr b="1" lang="en-IN" sz="2400">
                <a:solidFill>
                  <a:srgbClr val="C00000"/>
                </a:solidFill>
                <a:latin typeface="Times New Roman"/>
                <a:ea typeface="Times New Roman"/>
                <a:cs typeface="Times New Roman"/>
                <a:sym typeface="Times New Roman"/>
              </a:rPr>
              <a:t>will not </a:t>
            </a:r>
            <a:r>
              <a:rPr lang="en-IN" sz="2400">
                <a:latin typeface="Times New Roman"/>
                <a:ea typeface="Times New Roman"/>
                <a:cs typeface="Times New Roman"/>
                <a:sym typeface="Times New Roman"/>
              </a:rPr>
              <a:t>do anything about it. I probably think: "I </a:t>
            </a:r>
            <a:r>
              <a:rPr b="1" lang="en-IN" sz="2400">
                <a:solidFill>
                  <a:srgbClr val="C00000"/>
                </a:solidFill>
                <a:latin typeface="Times New Roman"/>
                <a:ea typeface="Times New Roman"/>
                <a:cs typeface="Times New Roman"/>
                <a:sym typeface="Times New Roman"/>
              </a:rPr>
              <a:t>used to enjoy/ enjoyed</a:t>
            </a:r>
            <a:r>
              <a:rPr lang="en-IN" sz="2400">
                <a:solidFill>
                  <a:srgbClr val="C00000"/>
                </a:solidFill>
                <a:latin typeface="Times New Roman"/>
                <a:ea typeface="Times New Roman"/>
                <a:cs typeface="Times New Roman"/>
                <a:sym typeface="Times New Roman"/>
              </a:rPr>
              <a:t> </a:t>
            </a:r>
            <a:r>
              <a:rPr lang="en-IN" sz="2400">
                <a:latin typeface="Times New Roman"/>
                <a:ea typeface="Times New Roman"/>
                <a:cs typeface="Times New Roman"/>
                <a:sym typeface="Times New Roman"/>
              </a:rPr>
              <a:t>her friendship when I </a:t>
            </a:r>
            <a:r>
              <a:rPr b="1" lang="en-IN" sz="2400">
                <a:solidFill>
                  <a:srgbClr val="C00000"/>
                </a:solidFill>
                <a:latin typeface="Times New Roman"/>
                <a:ea typeface="Times New Roman"/>
                <a:cs typeface="Times New Roman"/>
                <a:sym typeface="Times New Roman"/>
              </a:rPr>
              <a:t>saw </a:t>
            </a:r>
            <a:r>
              <a:rPr lang="en-IN" sz="2400">
                <a:latin typeface="Times New Roman"/>
                <a:ea typeface="Times New Roman"/>
                <a:cs typeface="Times New Roman"/>
                <a:sym typeface="Times New Roman"/>
              </a:rPr>
              <a:t>her every day, and now that I </a:t>
            </a:r>
            <a:r>
              <a:rPr b="1" lang="en-IN" sz="2400">
                <a:solidFill>
                  <a:srgbClr val="C00000"/>
                </a:solidFill>
                <a:latin typeface="Times New Roman"/>
                <a:ea typeface="Times New Roman"/>
                <a:cs typeface="Times New Roman"/>
                <a:sym typeface="Times New Roman"/>
              </a:rPr>
              <a:t>do not </a:t>
            </a:r>
            <a:r>
              <a:rPr lang="en-IN" sz="2400">
                <a:latin typeface="Times New Roman"/>
                <a:ea typeface="Times New Roman"/>
                <a:cs typeface="Times New Roman"/>
                <a:sym typeface="Times New Roman"/>
              </a:rPr>
              <a:t>see her, I </a:t>
            </a:r>
            <a:r>
              <a:rPr b="1" lang="en-IN" sz="2400">
                <a:solidFill>
                  <a:srgbClr val="C00000"/>
                </a:solidFill>
                <a:latin typeface="Times New Roman"/>
                <a:ea typeface="Times New Roman"/>
                <a:cs typeface="Times New Roman"/>
                <a:sym typeface="Times New Roman"/>
              </a:rPr>
              <a:t>enjoy</a:t>
            </a:r>
            <a:r>
              <a:rPr lang="en-IN" sz="2400">
                <a:latin typeface="Times New Roman"/>
                <a:ea typeface="Times New Roman"/>
                <a:cs typeface="Times New Roman"/>
                <a:sym typeface="Times New Roman"/>
              </a:rPr>
              <a:t> the memory of our friendship, which </a:t>
            </a:r>
            <a:r>
              <a:rPr b="1" lang="en-IN" sz="2400">
                <a:solidFill>
                  <a:srgbClr val="C00000"/>
                </a:solidFill>
                <a:latin typeface="Times New Roman"/>
                <a:ea typeface="Times New Roman"/>
                <a:cs typeface="Times New Roman"/>
                <a:sym typeface="Times New Roman"/>
              </a:rPr>
              <a:t>is</a:t>
            </a:r>
            <a:r>
              <a:rPr lang="en-IN" sz="2400">
                <a:solidFill>
                  <a:srgbClr val="C00000"/>
                </a:solidFill>
                <a:latin typeface="Times New Roman"/>
                <a:ea typeface="Times New Roman"/>
                <a:cs typeface="Times New Roman"/>
                <a:sym typeface="Times New Roman"/>
              </a:rPr>
              <a:t> </a:t>
            </a:r>
            <a:r>
              <a:rPr lang="en-IN" sz="2400">
                <a:latin typeface="Times New Roman"/>
                <a:ea typeface="Times New Roman"/>
                <a:cs typeface="Times New Roman"/>
                <a:sym typeface="Times New Roman"/>
              </a:rPr>
              <a:t>all that remains of our close relationship.</a:t>
            </a:r>
            <a:endParaRPr/>
          </a:p>
          <a:p>
            <a:pPr indent="-342900" lvl="0" marL="457200" rtl="0" algn="l">
              <a:lnSpc>
                <a:spcPct val="107000"/>
              </a:lnSpc>
              <a:spcBef>
                <a:spcPts val="1000"/>
              </a:spcBef>
              <a:spcAft>
                <a:spcPts val="0"/>
              </a:spcAft>
              <a:buSzPts val="1800"/>
              <a:buFont typeface="Arial"/>
              <a:buNone/>
            </a:pPr>
            <a:r>
              <a:t/>
            </a:r>
            <a:endParaRPr sz="2000">
              <a:latin typeface="Times New Roman"/>
              <a:ea typeface="Times New Roman"/>
              <a:cs typeface="Times New Roman"/>
              <a:sym typeface="Times New Roman"/>
            </a:endParaRPr>
          </a:p>
          <a:p>
            <a:pPr indent="-360044" lvl="1" marL="731520" rtl="0" algn="l">
              <a:lnSpc>
                <a:spcPct val="100000"/>
              </a:lnSpc>
              <a:spcBef>
                <a:spcPts val="2400"/>
              </a:spcBef>
              <a:spcAft>
                <a:spcPts val="0"/>
              </a:spcAft>
              <a:buSzPts val="1530"/>
              <a:buFont typeface="Arial"/>
              <a:buNone/>
            </a:pPr>
            <a:r>
              <a:t/>
            </a:r>
            <a:endParaRPr sz="2000">
              <a:latin typeface="Times New Roman"/>
              <a:ea typeface="Times New Roman"/>
              <a:cs typeface="Times New Roman"/>
              <a:sym typeface="Times New Roman"/>
            </a:endParaRPr>
          </a:p>
          <a:p>
            <a:pPr indent="-360044" lvl="1" marL="731520" rtl="0" algn="l">
              <a:lnSpc>
                <a:spcPct val="100000"/>
              </a:lnSpc>
              <a:spcBef>
                <a:spcPts val="1600"/>
              </a:spcBef>
              <a:spcAft>
                <a:spcPts val="0"/>
              </a:spcAft>
              <a:buSzPts val="1530"/>
              <a:buFont typeface="Arial"/>
              <a:buNone/>
            </a:pPr>
            <a:r>
              <a:t/>
            </a:r>
            <a:endParaRPr sz="2000">
              <a:latin typeface="Times New Roman"/>
              <a:ea typeface="Times New Roman"/>
              <a:cs typeface="Times New Roman"/>
              <a:sym typeface="Times New Roman"/>
            </a:endParaRPr>
          </a:p>
          <a:p>
            <a:pPr indent="-360044" lvl="1" marL="731520" rtl="0" algn="l">
              <a:lnSpc>
                <a:spcPct val="100000"/>
              </a:lnSpc>
              <a:spcBef>
                <a:spcPts val="1600"/>
              </a:spcBef>
              <a:spcAft>
                <a:spcPts val="0"/>
              </a:spcAft>
              <a:buSzPts val="1530"/>
              <a:buFont typeface="Arial"/>
              <a:buNone/>
            </a:pPr>
            <a:r>
              <a:t/>
            </a:r>
            <a:endParaRPr sz="2100">
              <a:latin typeface="Times New Roman"/>
              <a:ea typeface="Times New Roman"/>
              <a:cs typeface="Times New Roman"/>
              <a:sym typeface="Times New Roman"/>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15"/>
          <p:cNvSpPr txBox="1"/>
          <p:nvPr>
            <p:ph idx="1" type="body"/>
          </p:nvPr>
        </p:nvSpPr>
        <p:spPr>
          <a:xfrm>
            <a:off x="186814" y="196644"/>
            <a:ext cx="11887200" cy="6661356"/>
          </a:xfrm>
          <a:prstGeom prst="rect">
            <a:avLst/>
          </a:prstGeom>
          <a:noFill/>
          <a:ln>
            <a:noFill/>
          </a:ln>
        </p:spPr>
        <p:txBody>
          <a:bodyPr anchorCtr="0" anchor="t" bIns="45700" lIns="91425" spcFirstLastPara="1" rIns="91425" wrap="square" tIns="45700">
            <a:normAutofit fontScale="92500" lnSpcReduction="10000"/>
          </a:bodyPr>
          <a:lstStyle/>
          <a:p>
            <a:pPr indent="0" lvl="0" marL="0" rtl="0" algn="l">
              <a:lnSpc>
                <a:spcPct val="107000"/>
              </a:lnSpc>
              <a:spcBef>
                <a:spcPts val="1000"/>
              </a:spcBef>
              <a:spcAft>
                <a:spcPts val="0"/>
              </a:spcAft>
              <a:buSzPct val="81081"/>
              <a:buNone/>
            </a:pPr>
            <a:r>
              <a:rPr b="1" lang="en-IN">
                <a:latin typeface="Times New Roman"/>
                <a:ea typeface="Times New Roman"/>
                <a:cs typeface="Times New Roman"/>
                <a:sym typeface="Times New Roman"/>
              </a:rPr>
              <a:t>Fill in the blanks in the passage given below with the appropriate form of the verb given in brackets. Do not write the passage but write the verbs in the correct order.</a:t>
            </a:r>
            <a:endParaRPr/>
          </a:p>
          <a:p>
            <a:pPr indent="-320040" lvl="4" marL="320040" rtl="0" algn="l">
              <a:lnSpc>
                <a:spcPct val="107000"/>
              </a:lnSpc>
              <a:spcBef>
                <a:spcPts val="2400"/>
              </a:spcBef>
              <a:spcAft>
                <a:spcPts val="0"/>
              </a:spcAft>
              <a:buSzPct val="88452"/>
              <a:buChar char="○"/>
            </a:pPr>
            <a:r>
              <a:rPr lang="en-IN" sz="2200">
                <a:latin typeface="Times New Roman"/>
                <a:ea typeface="Times New Roman"/>
                <a:cs typeface="Times New Roman"/>
                <a:sym typeface="Times New Roman"/>
              </a:rPr>
              <a:t>To make mixed fruit juice, </a:t>
            </a:r>
            <a:r>
              <a:rPr b="1" lang="en-IN" sz="2200">
                <a:solidFill>
                  <a:srgbClr val="C00000"/>
                </a:solidFill>
                <a:latin typeface="Times New Roman"/>
                <a:ea typeface="Times New Roman"/>
                <a:cs typeface="Times New Roman"/>
                <a:sym typeface="Times New Roman"/>
              </a:rPr>
              <a:t>cut </a:t>
            </a:r>
            <a:r>
              <a:rPr lang="en-IN" sz="2200">
                <a:latin typeface="Times New Roman"/>
                <a:ea typeface="Times New Roman"/>
                <a:cs typeface="Times New Roman"/>
                <a:sym typeface="Times New Roman"/>
              </a:rPr>
              <a:t>all the fruits that you like in small slices. </a:t>
            </a:r>
            <a:r>
              <a:rPr b="1" lang="en-IN" sz="2200">
                <a:solidFill>
                  <a:srgbClr val="C00000"/>
                </a:solidFill>
                <a:latin typeface="Times New Roman"/>
                <a:ea typeface="Times New Roman"/>
                <a:cs typeface="Times New Roman"/>
                <a:sym typeface="Times New Roman"/>
              </a:rPr>
              <a:t>Take</a:t>
            </a:r>
            <a:r>
              <a:rPr lang="en-IN" sz="2200">
                <a:latin typeface="Times New Roman"/>
                <a:ea typeface="Times New Roman"/>
                <a:cs typeface="Times New Roman"/>
                <a:sym typeface="Times New Roman"/>
              </a:rPr>
              <a:t> a mixer grinder and </a:t>
            </a:r>
            <a:r>
              <a:rPr b="1" lang="en-IN" sz="2200">
                <a:solidFill>
                  <a:srgbClr val="C00000"/>
                </a:solidFill>
                <a:latin typeface="Times New Roman"/>
                <a:ea typeface="Times New Roman"/>
                <a:cs typeface="Times New Roman"/>
                <a:sym typeface="Times New Roman"/>
              </a:rPr>
              <a:t>grind </a:t>
            </a:r>
            <a:r>
              <a:rPr lang="en-IN" sz="2200">
                <a:latin typeface="Times New Roman"/>
                <a:ea typeface="Times New Roman"/>
                <a:cs typeface="Times New Roman"/>
                <a:sym typeface="Times New Roman"/>
              </a:rPr>
              <a:t>all the chopped fruits. </a:t>
            </a:r>
            <a:r>
              <a:rPr b="1" lang="en-IN" sz="2200">
                <a:solidFill>
                  <a:srgbClr val="C00000"/>
                </a:solidFill>
                <a:latin typeface="Times New Roman"/>
                <a:ea typeface="Times New Roman"/>
                <a:cs typeface="Times New Roman"/>
                <a:sym typeface="Times New Roman"/>
              </a:rPr>
              <a:t>Pour </a:t>
            </a:r>
            <a:r>
              <a:rPr lang="en-IN" sz="2200">
                <a:latin typeface="Times New Roman"/>
                <a:ea typeface="Times New Roman"/>
                <a:cs typeface="Times New Roman"/>
                <a:sym typeface="Times New Roman"/>
              </a:rPr>
              <a:t>the mixture in a glass. Add some black salt and pepper. I </a:t>
            </a:r>
            <a:r>
              <a:rPr b="1" lang="en-IN" sz="2200">
                <a:solidFill>
                  <a:srgbClr val="C00000"/>
                </a:solidFill>
                <a:latin typeface="Times New Roman"/>
                <a:ea typeface="Times New Roman"/>
                <a:cs typeface="Times New Roman"/>
                <a:sym typeface="Times New Roman"/>
              </a:rPr>
              <a:t>do not like</a:t>
            </a:r>
            <a:r>
              <a:rPr lang="en-IN" sz="2200">
                <a:solidFill>
                  <a:srgbClr val="C00000"/>
                </a:solidFill>
                <a:latin typeface="Times New Roman"/>
                <a:ea typeface="Times New Roman"/>
                <a:cs typeface="Times New Roman"/>
                <a:sym typeface="Times New Roman"/>
              </a:rPr>
              <a:t> </a:t>
            </a:r>
            <a:r>
              <a:rPr lang="en-IN" sz="2200">
                <a:latin typeface="Times New Roman"/>
                <a:ea typeface="Times New Roman"/>
                <a:cs typeface="Times New Roman"/>
                <a:sym typeface="Times New Roman"/>
              </a:rPr>
              <a:t>to add sugar to it but you can add sugar or honey as per your </a:t>
            </a:r>
            <a:r>
              <a:rPr b="1" lang="en-IN" sz="2200">
                <a:solidFill>
                  <a:srgbClr val="C00000"/>
                </a:solidFill>
                <a:latin typeface="Times New Roman"/>
                <a:ea typeface="Times New Roman"/>
                <a:cs typeface="Times New Roman"/>
                <a:sym typeface="Times New Roman"/>
              </a:rPr>
              <a:t>liking</a:t>
            </a:r>
            <a:r>
              <a:rPr lang="en-IN" sz="2200">
                <a:latin typeface="Times New Roman"/>
                <a:ea typeface="Times New Roman"/>
                <a:cs typeface="Times New Roman"/>
                <a:sym typeface="Times New Roman"/>
              </a:rPr>
              <a:t>. You can also add cucumber slices to </a:t>
            </a:r>
            <a:r>
              <a:rPr b="1" lang="en-IN" sz="2200">
                <a:solidFill>
                  <a:srgbClr val="C00000"/>
                </a:solidFill>
                <a:latin typeface="Times New Roman"/>
                <a:ea typeface="Times New Roman"/>
                <a:cs typeface="Times New Roman"/>
                <a:sym typeface="Times New Roman"/>
              </a:rPr>
              <a:t>make</a:t>
            </a:r>
            <a:r>
              <a:rPr b="1" lang="en-IN" sz="2200">
                <a:latin typeface="Times New Roman"/>
                <a:ea typeface="Times New Roman"/>
                <a:cs typeface="Times New Roman"/>
                <a:sym typeface="Times New Roman"/>
              </a:rPr>
              <a:t> </a:t>
            </a:r>
            <a:r>
              <a:rPr lang="en-IN" sz="2200">
                <a:latin typeface="Times New Roman"/>
                <a:ea typeface="Times New Roman"/>
                <a:cs typeface="Times New Roman"/>
                <a:sym typeface="Times New Roman"/>
              </a:rPr>
              <a:t>it look appealing.  Drink it in the morning before </a:t>
            </a:r>
            <a:r>
              <a:rPr b="1" lang="en-IN" sz="2200">
                <a:solidFill>
                  <a:srgbClr val="C00000"/>
                </a:solidFill>
                <a:latin typeface="Times New Roman"/>
                <a:ea typeface="Times New Roman"/>
                <a:cs typeface="Times New Roman"/>
                <a:sym typeface="Times New Roman"/>
              </a:rPr>
              <a:t>starting</a:t>
            </a:r>
            <a:r>
              <a:rPr b="1" lang="en-IN" sz="2200">
                <a:latin typeface="Times New Roman"/>
                <a:ea typeface="Times New Roman"/>
                <a:cs typeface="Times New Roman"/>
                <a:sym typeface="Times New Roman"/>
              </a:rPr>
              <a:t> </a:t>
            </a:r>
            <a:r>
              <a:rPr lang="en-IN" sz="2200">
                <a:latin typeface="Times New Roman"/>
                <a:ea typeface="Times New Roman"/>
                <a:cs typeface="Times New Roman"/>
                <a:sym typeface="Times New Roman"/>
              </a:rPr>
              <a:t>your everyday routine. You </a:t>
            </a:r>
            <a:r>
              <a:rPr b="1" lang="en-IN" sz="2200">
                <a:solidFill>
                  <a:srgbClr val="C00000"/>
                </a:solidFill>
                <a:latin typeface="Times New Roman"/>
                <a:ea typeface="Times New Roman"/>
                <a:cs typeface="Times New Roman"/>
                <a:sym typeface="Times New Roman"/>
              </a:rPr>
              <a:t>will feel </a:t>
            </a:r>
            <a:r>
              <a:rPr lang="en-IN" sz="2200">
                <a:latin typeface="Times New Roman"/>
                <a:ea typeface="Times New Roman"/>
                <a:cs typeface="Times New Roman"/>
                <a:sym typeface="Times New Roman"/>
              </a:rPr>
              <a:t>energised and fresh. It </a:t>
            </a:r>
            <a:r>
              <a:rPr b="1" lang="en-IN" sz="2200">
                <a:solidFill>
                  <a:srgbClr val="C00000"/>
                </a:solidFill>
                <a:latin typeface="Times New Roman"/>
                <a:ea typeface="Times New Roman"/>
                <a:cs typeface="Times New Roman"/>
                <a:sym typeface="Times New Roman"/>
              </a:rPr>
              <a:t>is</a:t>
            </a:r>
            <a:r>
              <a:rPr b="1" lang="en-IN" sz="2200">
                <a:latin typeface="Times New Roman"/>
                <a:ea typeface="Times New Roman"/>
                <a:cs typeface="Times New Roman"/>
                <a:sym typeface="Times New Roman"/>
              </a:rPr>
              <a:t> </a:t>
            </a:r>
            <a:r>
              <a:rPr lang="en-IN" sz="2200">
                <a:latin typeface="Times New Roman"/>
                <a:ea typeface="Times New Roman"/>
                <a:cs typeface="Times New Roman"/>
                <a:sym typeface="Times New Roman"/>
              </a:rPr>
              <a:t>a healthier alternative to canned fruit juices as it is without added preservatives. </a:t>
            </a:r>
            <a:endParaRPr sz="2200">
              <a:latin typeface="Times New Roman"/>
              <a:ea typeface="Times New Roman"/>
              <a:cs typeface="Times New Roman"/>
              <a:sym typeface="Times New Roman"/>
            </a:endParaRPr>
          </a:p>
          <a:p>
            <a:pPr indent="0" lvl="0" marL="114300" rtl="0" algn="l">
              <a:lnSpc>
                <a:spcPct val="107000"/>
              </a:lnSpc>
              <a:spcBef>
                <a:spcPts val="1800"/>
              </a:spcBef>
              <a:spcAft>
                <a:spcPts val="0"/>
              </a:spcAft>
              <a:buSzPct val="108108"/>
              <a:buNone/>
            </a:pPr>
            <a:r>
              <a:rPr lang="en-IN" sz="1800">
                <a:latin typeface="Calibri"/>
                <a:ea typeface="Calibri"/>
                <a:cs typeface="Calibri"/>
                <a:sym typeface="Calibri"/>
              </a:rPr>
              <a:t> </a:t>
            </a:r>
            <a:r>
              <a:rPr b="1" lang="en-IN">
                <a:latin typeface="Times New Roman"/>
                <a:ea typeface="Times New Roman"/>
                <a:cs typeface="Times New Roman"/>
                <a:sym typeface="Times New Roman"/>
              </a:rPr>
              <a:t>Change the tenses as directed</a:t>
            </a:r>
            <a:endParaRPr/>
          </a:p>
          <a:p>
            <a:pPr indent="-342899" lvl="1" marL="617220" rtl="0" algn="l">
              <a:lnSpc>
                <a:spcPct val="107000"/>
              </a:lnSpc>
              <a:spcBef>
                <a:spcPts val="2400"/>
              </a:spcBef>
              <a:spcAft>
                <a:spcPts val="0"/>
              </a:spcAft>
              <a:buSzPct val="82702"/>
              <a:buFont typeface="Arial"/>
              <a:buAutoNum type="alphaUcPeriod"/>
            </a:pPr>
            <a:r>
              <a:rPr lang="en-IN" sz="2000">
                <a:latin typeface="Times New Roman"/>
                <a:ea typeface="Times New Roman"/>
                <a:cs typeface="Times New Roman"/>
                <a:sym typeface="Times New Roman"/>
              </a:rPr>
              <a:t> </a:t>
            </a:r>
            <a:r>
              <a:rPr lang="en-IN" sz="2200">
                <a:latin typeface="Times New Roman"/>
                <a:ea typeface="Times New Roman"/>
                <a:cs typeface="Times New Roman"/>
                <a:sym typeface="Times New Roman"/>
              </a:rPr>
              <a:t>Thousands of people had seen the art exhibit by the time it closed.</a:t>
            </a:r>
            <a:endParaRPr/>
          </a:p>
          <a:p>
            <a:pPr indent="-342899" lvl="1" marL="617220" rtl="0" algn="l">
              <a:lnSpc>
                <a:spcPct val="107000"/>
              </a:lnSpc>
              <a:spcBef>
                <a:spcPts val="2400"/>
              </a:spcBef>
              <a:spcAft>
                <a:spcPts val="0"/>
              </a:spcAft>
              <a:buSzPct val="75184"/>
              <a:buFont typeface="Arial"/>
              <a:buAutoNum type="alphaUcPeriod"/>
            </a:pPr>
            <a:r>
              <a:rPr lang="en-IN" sz="2200">
                <a:latin typeface="Times New Roman"/>
                <a:ea typeface="Times New Roman"/>
                <a:cs typeface="Times New Roman"/>
                <a:sym typeface="Times New Roman"/>
              </a:rPr>
              <a:t>After Capt. James Cook will visit Alaska on his third voyage, he will be killed by Hawaiian islanders.</a:t>
            </a:r>
            <a:endParaRPr/>
          </a:p>
          <a:p>
            <a:pPr indent="-342899" lvl="1" marL="617220" rtl="0" algn="l">
              <a:lnSpc>
                <a:spcPct val="107000"/>
              </a:lnSpc>
              <a:spcBef>
                <a:spcPts val="2400"/>
              </a:spcBef>
              <a:spcAft>
                <a:spcPts val="0"/>
              </a:spcAft>
              <a:buSzPct val="75184"/>
              <a:buFont typeface="Arial"/>
              <a:buAutoNum type="alphaUcPeriod"/>
            </a:pPr>
            <a:r>
              <a:rPr lang="en-IN" sz="2200">
                <a:latin typeface="Times New Roman"/>
                <a:ea typeface="Times New Roman"/>
                <a:cs typeface="Times New Roman"/>
                <a:sym typeface="Times New Roman"/>
              </a:rPr>
              <a:t>I am terribly disappointed with my grade because I have studied very hard.</a:t>
            </a:r>
            <a:endParaRPr/>
          </a:p>
          <a:p>
            <a:pPr indent="-342899" lvl="1" marL="617220" rtl="0" algn="l">
              <a:lnSpc>
                <a:spcPct val="107000"/>
              </a:lnSpc>
              <a:spcBef>
                <a:spcPts val="2400"/>
              </a:spcBef>
              <a:spcAft>
                <a:spcPts val="0"/>
              </a:spcAft>
              <a:buSzPct val="75184"/>
              <a:buFont typeface="Arial"/>
              <a:buAutoNum type="alphaUcPeriod"/>
            </a:pPr>
            <a:r>
              <a:rPr lang="en-IN" sz="2200">
                <a:latin typeface="Times New Roman"/>
                <a:ea typeface="Times New Roman"/>
                <a:cs typeface="Times New Roman"/>
                <a:sym typeface="Times New Roman"/>
              </a:rPr>
              <a:t>Everyone hopes the plan will work</a:t>
            </a:r>
            <a:endParaRPr/>
          </a:p>
          <a:p>
            <a:pPr indent="-342899" lvl="1" marL="617220" rtl="0" algn="l">
              <a:lnSpc>
                <a:spcPct val="107000"/>
              </a:lnSpc>
              <a:spcBef>
                <a:spcPts val="2400"/>
              </a:spcBef>
              <a:spcAft>
                <a:spcPts val="0"/>
              </a:spcAft>
              <a:buSzPct val="75184"/>
              <a:buFont typeface="Arial"/>
              <a:buAutoNum type="alphaUcPeriod"/>
            </a:pPr>
            <a:r>
              <a:rPr lang="en-IN" sz="2200">
                <a:latin typeface="Times New Roman"/>
                <a:ea typeface="Times New Roman"/>
                <a:cs typeface="Times New Roman"/>
                <a:sym typeface="Times New Roman"/>
              </a:rPr>
              <a:t>Scientists had predicted that the sun will die in the distant future</a:t>
            </a:r>
            <a:endParaRPr sz="1800">
              <a:latin typeface="Calibri"/>
              <a:ea typeface="Calibri"/>
              <a:cs typeface="Calibri"/>
              <a:sym typeface="Calibri"/>
            </a:endParaRPr>
          </a:p>
          <a:p>
            <a:pPr indent="-228600" lvl="0" marL="457200" rtl="0" algn="l">
              <a:lnSpc>
                <a:spcPct val="107000"/>
              </a:lnSpc>
              <a:spcBef>
                <a:spcPts val="1800"/>
              </a:spcBef>
              <a:spcAft>
                <a:spcPts val="0"/>
              </a:spcAft>
              <a:buSzPct val="108108"/>
              <a:buNone/>
            </a:pPr>
            <a:r>
              <a:t/>
            </a:r>
            <a:endParaRPr sz="1800">
              <a:latin typeface="Calibri"/>
              <a:ea typeface="Calibri"/>
              <a:cs typeface="Calibri"/>
              <a:sym typeface="Calibri"/>
            </a:endParaRPr>
          </a:p>
          <a:p>
            <a:pPr indent="-228600" lvl="0" marL="457200" rtl="0" algn="l">
              <a:lnSpc>
                <a:spcPct val="107000"/>
              </a:lnSpc>
              <a:spcBef>
                <a:spcPts val="1800"/>
              </a:spcBef>
              <a:spcAft>
                <a:spcPts val="0"/>
              </a:spcAft>
              <a:buSzPct val="108108"/>
              <a:buNone/>
            </a:pPr>
            <a:r>
              <a:t/>
            </a:r>
            <a:endParaRPr sz="1800">
              <a:latin typeface="Calibri"/>
              <a:ea typeface="Calibri"/>
              <a:cs typeface="Calibri"/>
              <a:sym typeface="Calibri"/>
            </a:endParaRPr>
          </a:p>
          <a:p>
            <a:pPr indent="-228600" lvl="0" marL="457200" rtl="0" algn="l">
              <a:lnSpc>
                <a:spcPct val="110000"/>
              </a:lnSpc>
              <a:spcBef>
                <a:spcPts val="1800"/>
              </a:spcBef>
              <a:spcAft>
                <a:spcPts val="0"/>
              </a:spcAft>
              <a:buClr>
                <a:schemeClr val="dk2"/>
              </a:buClr>
              <a:buSzPct val="64864"/>
              <a:buNone/>
            </a:pPr>
            <a:r>
              <a:t/>
            </a:r>
            <a:endParaRPr sz="30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16"/>
          <p:cNvSpPr txBox="1"/>
          <p:nvPr>
            <p:ph type="title"/>
          </p:nvPr>
        </p:nvSpPr>
        <p:spPr>
          <a:xfrm>
            <a:off x="4100724" y="2648400"/>
            <a:ext cx="4462500" cy="780600"/>
          </a:xfrm>
          <a:prstGeom prst="rect">
            <a:avLst/>
          </a:prstGeom>
          <a:solidFill>
            <a:srgbClr val="DCF1E7"/>
          </a:solidFill>
          <a:ln cap="flat" cmpd="sng" w="9525">
            <a:solidFill>
              <a:srgbClr val="002060"/>
            </a:solidFill>
            <a:prstDash val="solid"/>
            <a:round/>
            <a:headEnd len="sm" w="sm" type="none"/>
            <a:tailEnd len="sm" w="sm" type="none"/>
          </a:ln>
        </p:spPr>
        <p:txBody>
          <a:bodyPr anchorCtr="0" anchor="b" bIns="45700" lIns="91425" spcFirstLastPara="1" rIns="91425" wrap="square" tIns="45700">
            <a:noAutofit/>
          </a:bodyPr>
          <a:lstStyle/>
          <a:p>
            <a:pPr indent="0" lvl="0" marL="0" rtl="0" algn="ctr">
              <a:lnSpc>
                <a:spcPct val="110000"/>
              </a:lnSpc>
              <a:spcBef>
                <a:spcPts val="0"/>
              </a:spcBef>
              <a:spcAft>
                <a:spcPts val="0"/>
              </a:spcAft>
              <a:buClr>
                <a:schemeClr val="dk2"/>
              </a:buClr>
              <a:buSzPts val="6000"/>
              <a:buFont typeface="Bell MT"/>
              <a:buNone/>
            </a:pPr>
            <a:r>
              <a:rPr b="1" lang="en-IN" sz="4000">
                <a:latin typeface="Bell MT"/>
                <a:ea typeface="Bell MT"/>
                <a:cs typeface="Bell MT"/>
                <a:sym typeface="Bell MT"/>
              </a:rPr>
              <a:t>CONDITIONALS</a:t>
            </a:r>
            <a:endParaRPr b="1" sz="4000">
              <a:latin typeface="Bell MT"/>
              <a:ea typeface="Bell MT"/>
              <a:cs typeface="Bell MT"/>
              <a:sym typeface="Bell MT"/>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17"/>
          <p:cNvSpPr txBox="1"/>
          <p:nvPr>
            <p:ph idx="1" type="body"/>
          </p:nvPr>
        </p:nvSpPr>
        <p:spPr>
          <a:xfrm>
            <a:off x="221250" y="1247725"/>
            <a:ext cx="11749500" cy="5453700"/>
          </a:xfrm>
          <a:prstGeom prst="rect">
            <a:avLst/>
          </a:prstGeom>
          <a:noFill/>
          <a:ln>
            <a:noFill/>
          </a:ln>
        </p:spPr>
        <p:txBody>
          <a:bodyPr anchorCtr="0" anchor="t" bIns="45700" lIns="91425" spcFirstLastPara="1" rIns="91425" wrap="square" tIns="45700">
            <a:noAutofit/>
          </a:bodyPr>
          <a:lstStyle/>
          <a:p>
            <a:pPr indent="0" lvl="0" marL="0" rtl="0" algn="l">
              <a:lnSpc>
                <a:spcPct val="107000"/>
              </a:lnSpc>
              <a:spcBef>
                <a:spcPts val="0"/>
              </a:spcBef>
              <a:spcAft>
                <a:spcPts val="0"/>
              </a:spcAft>
              <a:buClr>
                <a:schemeClr val="dk2"/>
              </a:buClr>
              <a:buSzPts val="3000"/>
              <a:buFont typeface="Times New Roman"/>
              <a:buNone/>
            </a:pPr>
            <a:r>
              <a:rPr lang="en-IN" sz="3000">
                <a:latin typeface="Times New Roman"/>
                <a:ea typeface="Times New Roman"/>
                <a:cs typeface="Times New Roman"/>
                <a:sym typeface="Times New Roman"/>
              </a:rPr>
              <a:t>Conditional Sentences are used to express possibility</a:t>
            </a:r>
            <a:endParaRPr sz="3000">
              <a:latin typeface="Times New Roman"/>
              <a:ea typeface="Times New Roman"/>
              <a:cs typeface="Times New Roman"/>
              <a:sym typeface="Times New Roman"/>
            </a:endParaRPr>
          </a:p>
          <a:p>
            <a:pPr indent="-457200" lvl="0" marL="457200" rtl="0" algn="l">
              <a:lnSpc>
                <a:spcPct val="107000"/>
              </a:lnSpc>
              <a:spcBef>
                <a:spcPts val="1000"/>
              </a:spcBef>
              <a:spcAft>
                <a:spcPts val="0"/>
              </a:spcAft>
              <a:buClr>
                <a:schemeClr val="dk2"/>
              </a:buClr>
              <a:buSzPts val="3000"/>
              <a:buFont typeface="Arial"/>
              <a:buChar char="•"/>
            </a:pPr>
            <a:r>
              <a:rPr lang="en-IN" sz="3000">
                <a:latin typeface="Times New Roman"/>
                <a:ea typeface="Times New Roman"/>
                <a:cs typeface="Times New Roman"/>
                <a:sym typeface="Times New Roman"/>
              </a:rPr>
              <a:t>Main clause</a:t>
            </a:r>
            <a:endParaRPr/>
          </a:p>
          <a:p>
            <a:pPr indent="-457200" lvl="0" marL="457200" rtl="0" algn="l">
              <a:lnSpc>
                <a:spcPct val="107000"/>
              </a:lnSpc>
              <a:spcBef>
                <a:spcPts val="1000"/>
              </a:spcBef>
              <a:spcAft>
                <a:spcPts val="0"/>
              </a:spcAft>
              <a:buClr>
                <a:schemeClr val="dk2"/>
              </a:buClr>
              <a:buSzPts val="3000"/>
              <a:buFont typeface="Arial"/>
              <a:buChar char="•"/>
            </a:pPr>
            <a:r>
              <a:rPr lang="en-IN" sz="3000">
                <a:latin typeface="Times New Roman"/>
                <a:ea typeface="Times New Roman"/>
                <a:cs typeface="Times New Roman"/>
                <a:sym typeface="Times New Roman"/>
              </a:rPr>
              <a:t>Subordinate clause ( if clause)</a:t>
            </a:r>
            <a:endParaRPr/>
          </a:p>
          <a:p>
            <a:pPr indent="-266700" lvl="0" marL="457200" rtl="0" algn="l">
              <a:lnSpc>
                <a:spcPct val="107000"/>
              </a:lnSpc>
              <a:spcBef>
                <a:spcPts val="1000"/>
              </a:spcBef>
              <a:spcAft>
                <a:spcPts val="0"/>
              </a:spcAft>
              <a:buClr>
                <a:schemeClr val="dk2"/>
              </a:buClr>
              <a:buSzPts val="3000"/>
              <a:buFont typeface="Arial"/>
              <a:buNone/>
            </a:pPr>
            <a:r>
              <a:t/>
            </a:r>
            <a:endParaRPr sz="3000">
              <a:latin typeface="Times New Roman"/>
              <a:ea typeface="Times New Roman"/>
              <a:cs typeface="Times New Roman"/>
              <a:sym typeface="Times New Roman"/>
            </a:endParaRPr>
          </a:p>
          <a:p>
            <a:pPr indent="0" lvl="0" marL="0" rtl="0" algn="l">
              <a:lnSpc>
                <a:spcPct val="107000"/>
              </a:lnSpc>
              <a:spcBef>
                <a:spcPts val="1000"/>
              </a:spcBef>
              <a:spcAft>
                <a:spcPts val="0"/>
              </a:spcAft>
              <a:buClr>
                <a:schemeClr val="dk2"/>
              </a:buClr>
              <a:buSzPts val="3000"/>
              <a:buFont typeface="Times New Roman"/>
              <a:buNone/>
            </a:pPr>
            <a:r>
              <a:rPr lang="en-IN" sz="3000">
                <a:latin typeface="Times New Roman"/>
                <a:ea typeface="Times New Roman"/>
                <a:cs typeface="Times New Roman"/>
                <a:sym typeface="Times New Roman"/>
              </a:rPr>
              <a:t>Example: I will leave early if I finish my work on time.</a:t>
            </a:r>
            <a:endParaRPr/>
          </a:p>
          <a:p>
            <a:pPr indent="0" lvl="0" marL="0" rtl="0" algn="l">
              <a:lnSpc>
                <a:spcPct val="107000"/>
              </a:lnSpc>
              <a:spcBef>
                <a:spcPts val="1000"/>
              </a:spcBef>
              <a:spcAft>
                <a:spcPts val="0"/>
              </a:spcAft>
              <a:buClr>
                <a:schemeClr val="dk2"/>
              </a:buClr>
              <a:buSzPts val="3000"/>
              <a:buFont typeface="Arial"/>
              <a:buNone/>
            </a:pPr>
            <a:r>
              <a:t/>
            </a:r>
            <a:endParaRPr sz="3000">
              <a:latin typeface="Times New Roman"/>
              <a:ea typeface="Times New Roman"/>
              <a:cs typeface="Times New Roman"/>
              <a:sym typeface="Times New Roman"/>
            </a:endParaRPr>
          </a:p>
          <a:p>
            <a:pPr indent="0" lvl="0" marL="0" rtl="0" algn="l">
              <a:lnSpc>
                <a:spcPct val="107000"/>
              </a:lnSpc>
              <a:spcBef>
                <a:spcPts val="1000"/>
              </a:spcBef>
              <a:spcAft>
                <a:spcPts val="0"/>
              </a:spcAft>
              <a:buClr>
                <a:schemeClr val="dk2"/>
              </a:buClr>
              <a:buSzPts val="3000"/>
              <a:buFont typeface="Times New Roman"/>
              <a:buNone/>
            </a:pPr>
            <a:r>
              <a:rPr lang="en-IN" sz="3000">
                <a:latin typeface="Times New Roman"/>
                <a:ea typeface="Times New Roman"/>
                <a:cs typeface="Times New Roman"/>
                <a:sym typeface="Times New Roman"/>
              </a:rPr>
              <a:t>                Unless you book weeks in advance, you won’t get a flight.</a:t>
            </a:r>
            <a:endParaRPr/>
          </a:p>
          <a:p>
            <a:pPr indent="0" lvl="0" marL="0" rtl="0" algn="l">
              <a:lnSpc>
                <a:spcPct val="107000"/>
              </a:lnSpc>
              <a:spcBef>
                <a:spcPts val="1000"/>
              </a:spcBef>
              <a:spcAft>
                <a:spcPts val="1600"/>
              </a:spcAft>
              <a:buClr>
                <a:schemeClr val="dk2"/>
              </a:buClr>
              <a:buSzPts val="3000"/>
              <a:buFont typeface="Arial"/>
              <a:buNone/>
            </a:pPr>
            <a:r>
              <a:t/>
            </a:r>
            <a:endParaRPr sz="3000">
              <a:latin typeface="Times New Roman"/>
              <a:ea typeface="Times New Roman"/>
              <a:cs typeface="Times New Roman"/>
              <a:sym typeface="Times New Roman"/>
            </a:endParaRPr>
          </a:p>
        </p:txBody>
      </p:sp>
      <p:sp>
        <p:nvSpPr>
          <p:cNvPr id="176" name="Google Shape;176;p17"/>
          <p:cNvSpPr txBox="1"/>
          <p:nvPr/>
        </p:nvSpPr>
        <p:spPr>
          <a:xfrm>
            <a:off x="2356519" y="4477517"/>
            <a:ext cx="15633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IN" sz="1800" u="none" cap="none" strike="noStrike">
                <a:solidFill>
                  <a:schemeClr val="dk1"/>
                </a:solidFill>
                <a:latin typeface="Arial"/>
                <a:ea typeface="Arial"/>
                <a:cs typeface="Arial"/>
                <a:sym typeface="Arial"/>
              </a:rPr>
              <a:t>Main Clause</a:t>
            </a:r>
            <a:endParaRPr b="0" i="0" sz="1400" u="none" cap="none" strike="noStrike">
              <a:solidFill>
                <a:srgbClr val="000000"/>
              </a:solidFill>
              <a:latin typeface="Arial"/>
              <a:ea typeface="Arial"/>
              <a:cs typeface="Arial"/>
              <a:sym typeface="Arial"/>
            </a:endParaRPr>
          </a:p>
        </p:txBody>
      </p:sp>
      <p:sp>
        <p:nvSpPr>
          <p:cNvPr id="177" name="Google Shape;177;p17"/>
          <p:cNvSpPr txBox="1"/>
          <p:nvPr/>
        </p:nvSpPr>
        <p:spPr>
          <a:xfrm>
            <a:off x="5457582" y="4421471"/>
            <a:ext cx="20352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IN" sz="1800" u="none" cap="none" strike="noStrike">
                <a:solidFill>
                  <a:schemeClr val="dk1"/>
                </a:solidFill>
                <a:latin typeface="Arial"/>
                <a:ea typeface="Arial"/>
                <a:cs typeface="Arial"/>
                <a:sym typeface="Arial"/>
              </a:rPr>
              <a:t>Subordinate clause</a:t>
            </a:r>
            <a:endParaRPr b="0" i="0" sz="1400" u="none" cap="none" strike="noStrike">
              <a:solidFill>
                <a:srgbClr val="000000"/>
              </a:solidFill>
              <a:latin typeface="Arial"/>
              <a:ea typeface="Arial"/>
              <a:cs typeface="Arial"/>
              <a:sym typeface="Arial"/>
            </a:endParaRPr>
          </a:p>
        </p:txBody>
      </p:sp>
      <p:sp>
        <p:nvSpPr>
          <p:cNvPr id="178" name="Google Shape;178;p17"/>
          <p:cNvSpPr txBox="1"/>
          <p:nvPr/>
        </p:nvSpPr>
        <p:spPr>
          <a:xfrm>
            <a:off x="8662588" y="5890590"/>
            <a:ext cx="15633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IN" sz="1800" u="none" cap="none" strike="noStrike">
                <a:solidFill>
                  <a:schemeClr val="dk1"/>
                </a:solidFill>
                <a:latin typeface="Arial"/>
                <a:ea typeface="Arial"/>
                <a:cs typeface="Arial"/>
                <a:sym typeface="Arial"/>
              </a:rPr>
              <a:t>Main Clause</a:t>
            </a:r>
            <a:endParaRPr b="0" i="0" sz="1400" u="none" cap="none" strike="noStrike">
              <a:solidFill>
                <a:srgbClr val="000000"/>
              </a:solidFill>
              <a:latin typeface="Arial"/>
              <a:ea typeface="Arial"/>
              <a:cs typeface="Arial"/>
              <a:sym typeface="Arial"/>
            </a:endParaRPr>
          </a:p>
        </p:txBody>
      </p:sp>
      <p:sp>
        <p:nvSpPr>
          <p:cNvPr id="179" name="Google Shape;179;p17"/>
          <p:cNvSpPr txBox="1"/>
          <p:nvPr/>
        </p:nvSpPr>
        <p:spPr>
          <a:xfrm>
            <a:off x="2497418" y="5890590"/>
            <a:ext cx="20352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IN" sz="1800" u="none" cap="none" strike="noStrike">
                <a:solidFill>
                  <a:schemeClr val="dk1"/>
                </a:solidFill>
                <a:latin typeface="Arial"/>
                <a:ea typeface="Arial"/>
                <a:cs typeface="Arial"/>
                <a:sym typeface="Arial"/>
              </a:rPr>
              <a:t>Subordinate clause</a:t>
            </a:r>
            <a:endParaRPr b="0" i="0" sz="1400" u="none" cap="none" strike="noStrike">
              <a:solidFill>
                <a:srgbClr val="000000"/>
              </a:solidFill>
              <a:latin typeface="Arial"/>
              <a:ea typeface="Arial"/>
              <a:cs typeface="Arial"/>
              <a:sym typeface="Arial"/>
            </a:endParaRPr>
          </a:p>
        </p:txBody>
      </p:sp>
      <p:sp>
        <p:nvSpPr>
          <p:cNvPr id="180" name="Google Shape;180;p17"/>
          <p:cNvSpPr txBox="1"/>
          <p:nvPr>
            <p:ph type="title"/>
          </p:nvPr>
        </p:nvSpPr>
        <p:spPr>
          <a:xfrm>
            <a:off x="3864750" y="74718"/>
            <a:ext cx="4462500" cy="780600"/>
          </a:xfrm>
          <a:prstGeom prst="rect">
            <a:avLst/>
          </a:prstGeom>
          <a:solidFill>
            <a:srgbClr val="DCF1E7"/>
          </a:solidFill>
          <a:ln cap="flat" cmpd="sng" w="9525">
            <a:solidFill>
              <a:srgbClr val="002060"/>
            </a:solidFill>
            <a:prstDash val="solid"/>
            <a:round/>
            <a:headEnd len="sm" w="sm" type="none"/>
            <a:tailEnd len="sm" w="sm" type="none"/>
          </a:ln>
        </p:spPr>
        <p:txBody>
          <a:bodyPr anchorCtr="0" anchor="b" bIns="45700" lIns="91425" spcFirstLastPara="1" rIns="91425" wrap="square" tIns="45700">
            <a:noAutofit/>
          </a:bodyPr>
          <a:lstStyle/>
          <a:p>
            <a:pPr indent="0" lvl="0" marL="0" rtl="0" algn="ctr">
              <a:lnSpc>
                <a:spcPct val="110000"/>
              </a:lnSpc>
              <a:spcBef>
                <a:spcPts val="0"/>
              </a:spcBef>
              <a:spcAft>
                <a:spcPts val="0"/>
              </a:spcAft>
              <a:buClr>
                <a:schemeClr val="dk2"/>
              </a:buClr>
              <a:buSzPts val="6000"/>
              <a:buFont typeface="Bell MT"/>
              <a:buNone/>
            </a:pPr>
            <a:r>
              <a:rPr b="1" lang="en-IN" sz="3000">
                <a:latin typeface="Bell MT"/>
                <a:ea typeface="Bell MT"/>
                <a:cs typeface="Bell MT"/>
                <a:sym typeface="Bell MT"/>
              </a:rPr>
              <a:t>CONDITIONALS</a:t>
            </a:r>
            <a:endParaRPr b="1" sz="3000">
              <a:latin typeface="Bell MT"/>
              <a:ea typeface="Bell MT"/>
              <a:cs typeface="Bell MT"/>
              <a:sym typeface="Bell MT"/>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graphicFrame>
        <p:nvGraphicFramePr>
          <p:cNvPr id="186" name="Google Shape;186;p18"/>
          <p:cNvGraphicFramePr/>
          <p:nvPr/>
        </p:nvGraphicFramePr>
        <p:xfrm>
          <a:off x="96253" y="96253"/>
          <a:ext cx="3000000" cy="3000000"/>
        </p:xfrm>
        <a:graphic>
          <a:graphicData uri="http://schemas.openxmlformats.org/drawingml/2006/table">
            <a:tbl>
              <a:tblPr bandRow="1" firstCol="1" firstRow="1">
                <a:noFill/>
                <a:tableStyleId>{8E41C99C-F235-49CF-8E75-481E0BD42D10}</a:tableStyleId>
              </a:tblPr>
              <a:tblGrid>
                <a:gridCol w="1132100"/>
                <a:gridCol w="3956800"/>
                <a:gridCol w="1790850"/>
                <a:gridCol w="1633550"/>
                <a:gridCol w="3494250"/>
              </a:tblGrid>
              <a:tr h="392050">
                <a:tc>
                  <a:txBody>
                    <a:bodyPr/>
                    <a:lstStyle/>
                    <a:p>
                      <a:pPr indent="0" lvl="0" marL="0" marR="0" rtl="0" algn="l">
                        <a:lnSpc>
                          <a:spcPct val="107000"/>
                        </a:lnSpc>
                        <a:spcBef>
                          <a:spcPts val="0"/>
                        </a:spcBef>
                        <a:spcAft>
                          <a:spcPts val="0"/>
                        </a:spcAft>
                        <a:buClr>
                          <a:srgbClr val="000000"/>
                        </a:buClr>
                        <a:buSzPts val="2500"/>
                        <a:buFont typeface="Arial"/>
                        <a:buNone/>
                      </a:pPr>
                      <a:r>
                        <a:rPr lang="en-IN" sz="2500" u="none" cap="none" strike="noStrike">
                          <a:latin typeface="Times New Roman"/>
                          <a:ea typeface="Times New Roman"/>
                          <a:cs typeface="Times New Roman"/>
                          <a:sym typeface="Times New Roman"/>
                        </a:rPr>
                        <a:t>Type</a:t>
                      </a:r>
                      <a:endParaRPr sz="2500" u="none" cap="none" strike="noStrike">
                        <a:latin typeface="Times New Roman"/>
                        <a:ea typeface="Times New Roman"/>
                        <a:cs typeface="Times New Roman"/>
                        <a:sym typeface="Times New Roman"/>
                      </a:endParaRPr>
                    </a:p>
                  </a:txBody>
                  <a:tcPr marT="0" marB="0" marR="68575" marL="68575"/>
                </a:tc>
                <a:tc>
                  <a:txBody>
                    <a:bodyPr/>
                    <a:lstStyle/>
                    <a:p>
                      <a:pPr indent="0" lvl="0" marL="0" marR="0" rtl="0" algn="l">
                        <a:lnSpc>
                          <a:spcPct val="107000"/>
                        </a:lnSpc>
                        <a:spcBef>
                          <a:spcPts val="0"/>
                        </a:spcBef>
                        <a:spcAft>
                          <a:spcPts val="0"/>
                        </a:spcAft>
                        <a:buClr>
                          <a:srgbClr val="000000"/>
                        </a:buClr>
                        <a:buSzPts val="2500"/>
                        <a:buFont typeface="Arial"/>
                        <a:buNone/>
                      </a:pPr>
                      <a:r>
                        <a:rPr lang="en-IN" sz="2500" u="none" cap="none" strike="noStrike">
                          <a:latin typeface="Times New Roman"/>
                          <a:ea typeface="Times New Roman"/>
                          <a:cs typeface="Times New Roman"/>
                          <a:sym typeface="Times New Roman"/>
                        </a:rPr>
                        <a:t>Used for</a:t>
                      </a:r>
                      <a:endParaRPr sz="2500" u="none" cap="none" strike="noStrike">
                        <a:latin typeface="Times New Roman"/>
                        <a:ea typeface="Times New Roman"/>
                        <a:cs typeface="Times New Roman"/>
                        <a:sym typeface="Times New Roman"/>
                      </a:endParaRPr>
                    </a:p>
                  </a:txBody>
                  <a:tcPr marT="0" marB="0" marR="68575" marL="68575"/>
                </a:tc>
                <a:tc>
                  <a:txBody>
                    <a:bodyPr/>
                    <a:lstStyle/>
                    <a:p>
                      <a:pPr indent="0" lvl="0" marL="0" marR="0" rtl="0" algn="l">
                        <a:lnSpc>
                          <a:spcPct val="107000"/>
                        </a:lnSpc>
                        <a:spcBef>
                          <a:spcPts val="0"/>
                        </a:spcBef>
                        <a:spcAft>
                          <a:spcPts val="0"/>
                        </a:spcAft>
                        <a:buClr>
                          <a:srgbClr val="000000"/>
                        </a:buClr>
                        <a:buSzPts val="2500"/>
                        <a:buFont typeface="Arial"/>
                        <a:buNone/>
                      </a:pPr>
                      <a:r>
                        <a:rPr lang="en-IN" sz="2500" u="none" cap="none" strike="noStrike">
                          <a:latin typeface="Times New Roman"/>
                          <a:ea typeface="Times New Roman"/>
                          <a:cs typeface="Times New Roman"/>
                          <a:sym typeface="Times New Roman"/>
                        </a:rPr>
                        <a:t>Main clause</a:t>
                      </a:r>
                      <a:endParaRPr sz="2500" u="none" cap="none" strike="noStrike">
                        <a:latin typeface="Times New Roman"/>
                        <a:ea typeface="Times New Roman"/>
                        <a:cs typeface="Times New Roman"/>
                        <a:sym typeface="Times New Roman"/>
                      </a:endParaRPr>
                    </a:p>
                  </a:txBody>
                  <a:tcPr marT="0" marB="0" marR="68575" marL="68575"/>
                </a:tc>
                <a:tc>
                  <a:txBody>
                    <a:bodyPr/>
                    <a:lstStyle/>
                    <a:p>
                      <a:pPr indent="0" lvl="0" marL="0" marR="0" rtl="0" algn="l">
                        <a:lnSpc>
                          <a:spcPct val="107000"/>
                        </a:lnSpc>
                        <a:spcBef>
                          <a:spcPts val="0"/>
                        </a:spcBef>
                        <a:spcAft>
                          <a:spcPts val="0"/>
                        </a:spcAft>
                        <a:buClr>
                          <a:srgbClr val="000000"/>
                        </a:buClr>
                        <a:buSzPts val="2500"/>
                        <a:buFont typeface="Arial"/>
                        <a:buNone/>
                      </a:pPr>
                      <a:r>
                        <a:rPr lang="en-IN" sz="2500" u="none" cap="none" strike="noStrike">
                          <a:latin typeface="Times New Roman"/>
                          <a:ea typeface="Times New Roman"/>
                          <a:cs typeface="Times New Roman"/>
                          <a:sym typeface="Times New Roman"/>
                        </a:rPr>
                        <a:t>If clause</a:t>
                      </a:r>
                      <a:endParaRPr sz="2500" u="none" cap="none" strike="noStrike">
                        <a:latin typeface="Times New Roman"/>
                        <a:ea typeface="Times New Roman"/>
                        <a:cs typeface="Times New Roman"/>
                        <a:sym typeface="Times New Roman"/>
                      </a:endParaRPr>
                    </a:p>
                  </a:txBody>
                  <a:tcPr marT="0" marB="0" marR="68575" marL="68575"/>
                </a:tc>
                <a:tc>
                  <a:txBody>
                    <a:bodyPr/>
                    <a:lstStyle/>
                    <a:p>
                      <a:pPr indent="0" lvl="0" marL="0" marR="0" rtl="0" algn="l">
                        <a:lnSpc>
                          <a:spcPct val="107000"/>
                        </a:lnSpc>
                        <a:spcBef>
                          <a:spcPts val="0"/>
                        </a:spcBef>
                        <a:spcAft>
                          <a:spcPts val="0"/>
                        </a:spcAft>
                        <a:buClr>
                          <a:srgbClr val="000000"/>
                        </a:buClr>
                        <a:buSzPts val="2500"/>
                        <a:buFont typeface="Arial"/>
                        <a:buNone/>
                      </a:pPr>
                      <a:r>
                        <a:rPr lang="en-IN" sz="2500" u="none" cap="none" strike="noStrike">
                          <a:latin typeface="Times New Roman"/>
                          <a:ea typeface="Times New Roman"/>
                          <a:cs typeface="Times New Roman"/>
                          <a:sym typeface="Times New Roman"/>
                        </a:rPr>
                        <a:t>Example</a:t>
                      </a:r>
                      <a:endParaRPr sz="2500" u="none" cap="none" strike="noStrike">
                        <a:latin typeface="Times New Roman"/>
                        <a:ea typeface="Times New Roman"/>
                        <a:cs typeface="Times New Roman"/>
                        <a:sym typeface="Times New Roman"/>
                      </a:endParaRPr>
                    </a:p>
                  </a:txBody>
                  <a:tcPr marT="0" marB="0" marR="68575" marL="68575"/>
                </a:tc>
              </a:tr>
              <a:tr h="1267300">
                <a:tc>
                  <a:txBody>
                    <a:bodyPr/>
                    <a:lstStyle/>
                    <a:p>
                      <a:pPr indent="0" lvl="0" marL="0" marR="0" rtl="0" algn="l">
                        <a:lnSpc>
                          <a:spcPct val="107000"/>
                        </a:lnSpc>
                        <a:spcBef>
                          <a:spcPts val="0"/>
                        </a:spcBef>
                        <a:spcAft>
                          <a:spcPts val="0"/>
                        </a:spcAft>
                        <a:buClr>
                          <a:srgbClr val="000000"/>
                        </a:buClr>
                        <a:buSzPts val="2500"/>
                        <a:buFont typeface="Arial"/>
                        <a:buNone/>
                      </a:pPr>
                      <a:r>
                        <a:rPr lang="en-IN" sz="2500" u="none" cap="none" strike="noStrike">
                          <a:latin typeface="Times New Roman"/>
                          <a:ea typeface="Times New Roman"/>
                          <a:cs typeface="Times New Roman"/>
                          <a:sym typeface="Times New Roman"/>
                        </a:rPr>
                        <a:t>Zero </a:t>
                      </a:r>
                      <a:endParaRPr sz="2500" u="none" cap="none" strike="noStrike">
                        <a:latin typeface="Times New Roman"/>
                        <a:ea typeface="Times New Roman"/>
                        <a:cs typeface="Times New Roman"/>
                        <a:sym typeface="Times New Roman"/>
                      </a:endParaRPr>
                    </a:p>
                  </a:txBody>
                  <a:tcPr marT="0" marB="0" marR="68575" marL="68575"/>
                </a:tc>
                <a:tc>
                  <a:txBody>
                    <a:bodyPr/>
                    <a:lstStyle/>
                    <a:p>
                      <a:pPr indent="0" lvl="0" marL="0" marR="0" rtl="0" algn="l">
                        <a:lnSpc>
                          <a:spcPct val="107000"/>
                        </a:lnSpc>
                        <a:spcBef>
                          <a:spcPts val="0"/>
                        </a:spcBef>
                        <a:spcAft>
                          <a:spcPts val="0"/>
                        </a:spcAft>
                        <a:buClr>
                          <a:srgbClr val="000000"/>
                        </a:buClr>
                        <a:buSzPts val="2500"/>
                        <a:buFont typeface="Arial"/>
                        <a:buNone/>
                      </a:pPr>
                      <a:r>
                        <a:rPr lang="en-IN" sz="2500" u="none" cap="none" strike="noStrike">
                          <a:latin typeface="Times New Roman"/>
                          <a:ea typeface="Times New Roman"/>
                          <a:cs typeface="Times New Roman"/>
                          <a:sym typeface="Times New Roman"/>
                        </a:rPr>
                        <a:t>Situations that will always be true</a:t>
                      </a:r>
                      <a:endParaRPr sz="2500" u="none" cap="none" strike="noStrike">
                        <a:latin typeface="Times New Roman"/>
                        <a:ea typeface="Times New Roman"/>
                        <a:cs typeface="Times New Roman"/>
                        <a:sym typeface="Times New Roman"/>
                      </a:endParaRPr>
                    </a:p>
                  </a:txBody>
                  <a:tcPr marT="0" marB="0" marR="68575" marL="68575"/>
                </a:tc>
                <a:tc>
                  <a:txBody>
                    <a:bodyPr/>
                    <a:lstStyle/>
                    <a:p>
                      <a:pPr indent="0" lvl="0" marL="0" marR="0" rtl="0" algn="l">
                        <a:lnSpc>
                          <a:spcPct val="107000"/>
                        </a:lnSpc>
                        <a:spcBef>
                          <a:spcPts val="0"/>
                        </a:spcBef>
                        <a:spcAft>
                          <a:spcPts val="0"/>
                        </a:spcAft>
                        <a:buClr>
                          <a:srgbClr val="000000"/>
                        </a:buClr>
                        <a:buSzPts val="2500"/>
                        <a:buFont typeface="Arial"/>
                        <a:buNone/>
                      </a:pPr>
                      <a:r>
                        <a:rPr lang="en-IN" sz="2500" u="none" cap="none" strike="noStrike">
                          <a:latin typeface="Times New Roman"/>
                          <a:ea typeface="Times New Roman"/>
                          <a:cs typeface="Times New Roman"/>
                          <a:sym typeface="Times New Roman"/>
                        </a:rPr>
                        <a:t>Simple Present</a:t>
                      </a:r>
                      <a:endParaRPr sz="2500" u="none" cap="none" strike="noStrike">
                        <a:latin typeface="Times New Roman"/>
                        <a:ea typeface="Times New Roman"/>
                        <a:cs typeface="Times New Roman"/>
                        <a:sym typeface="Times New Roman"/>
                      </a:endParaRPr>
                    </a:p>
                  </a:txBody>
                  <a:tcPr marT="0" marB="0" marR="68575" marL="68575"/>
                </a:tc>
                <a:tc>
                  <a:txBody>
                    <a:bodyPr/>
                    <a:lstStyle/>
                    <a:p>
                      <a:pPr indent="0" lvl="0" marL="0" marR="0" rtl="0" algn="l">
                        <a:lnSpc>
                          <a:spcPct val="107000"/>
                        </a:lnSpc>
                        <a:spcBef>
                          <a:spcPts val="0"/>
                        </a:spcBef>
                        <a:spcAft>
                          <a:spcPts val="0"/>
                        </a:spcAft>
                        <a:buClr>
                          <a:srgbClr val="000000"/>
                        </a:buClr>
                        <a:buSzPts val="2500"/>
                        <a:buFont typeface="Arial"/>
                        <a:buNone/>
                      </a:pPr>
                      <a:r>
                        <a:rPr lang="en-IN" sz="2500" u="none" cap="none" strike="noStrike">
                          <a:latin typeface="Times New Roman"/>
                          <a:ea typeface="Times New Roman"/>
                          <a:cs typeface="Times New Roman"/>
                          <a:sym typeface="Times New Roman"/>
                        </a:rPr>
                        <a:t>Simple Present</a:t>
                      </a:r>
                      <a:endParaRPr sz="2500" u="none" cap="none" strike="noStrike">
                        <a:latin typeface="Times New Roman"/>
                        <a:ea typeface="Times New Roman"/>
                        <a:cs typeface="Times New Roman"/>
                        <a:sym typeface="Times New Roman"/>
                      </a:endParaRPr>
                    </a:p>
                  </a:txBody>
                  <a:tcPr marT="0" marB="0" marR="68575" marL="68575"/>
                </a:tc>
                <a:tc>
                  <a:txBody>
                    <a:bodyPr/>
                    <a:lstStyle/>
                    <a:p>
                      <a:pPr indent="0" lvl="0" marL="0" marR="0" rtl="0" algn="l">
                        <a:lnSpc>
                          <a:spcPct val="107000"/>
                        </a:lnSpc>
                        <a:spcBef>
                          <a:spcPts val="0"/>
                        </a:spcBef>
                        <a:spcAft>
                          <a:spcPts val="0"/>
                        </a:spcAft>
                        <a:buClr>
                          <a:srgbClr val="000000"/>
                        </a:buClr>
                        <a:buSzPts val="2500"/>
                        <a:buFont typeface="Arial"/>
                        <a:buNone/>
                      </a:pPr>
                      <a:r>
                        <a:rPr lang="en-IN" sz="2500" u="none" cap="none" strike="noStrike">
                          <a:latin typeface="Times New Roman"/>
                          <a:ea typeface="Times New Roman"/>
                          <a:cs typeface="Times New Roman"/>
                          <a:sym typeface="Times New Roman"/>
                        </a:rPr>
                        <a:t>If you drive without wearing a seat belt, you pay a fine. </a:t>
                      </a:r>
                      <a:endParaRPr sz="2500" u="none" cap="none" strike="noStrike">
                        <a:latin typeface="Times New Roman"/>
                        <a:ea typeface="Times New Roman"/>
                        <a:cs typeface="Times New Roman"/>
                        <a:sym typeface="Times New Roman"/>
                      </a:endParaRPr>
                    </a:p>
                  </a:txBody>
                  <a:tcPr marT="0" marB="0" marR="68575" marL="68575"/>
                </a:tc>
              </a:tr>
              <a:tr h="1267300">
                <a:tc>
                  <a:txBody>
                    <a:bodyPr/>
                    <a:lstStyle/>
                    <a:p>
                      <a:pPr indent="0" lvl="0" marL="0" marR="0" rtl="0" algn="l">
                        <a:lnSpc>
                          <a:spcPct val="107000"/>
                        </a:lnSpc>
                        <a:spcBef>
                          <a:spcPts val="0"/>
                        </a:spcBef>
                        <a:spcAft>
                          <a:spcPts val="0"/>
                        </a:spcAft>
                        <a:buClr>
                          <a:srgbClr val="000000"/>
                        </a:buClr>
                        <a:buSzPts val="2500"/>
                        <a:buFont typeface="Arial"/>
                        <a:buNone/>
                      </a:pPr>
                      <a:r>
                        <a:rPr lang="en-IN" sz="2500" u="none" cap="none" strike="noStrike">
                          <a:latin typeface="Times New Roman"/>
                          <a:ea typeface="Times New Roman"/>
                          <a:cs typeface="Times New Roman"/>
                          <a:sym typeface="Times New Roman"/>
                        </a:rPr>
                        <a:t>First </a:t>
                      </a:r>
                      <a:endParaRPr sz="2500" u="none" cap="none" strike="noStrike">
                        <a:latin typeface="Times New Roman"/>
                        <a:ea typeface="Times New Roman"/>
                        <a:cs typeface="Times New Roman"/>
                        <a:sym typeface="Times New Roman"/>
                      </a:endParaRPr>
                    </a:p>
                  </a:txBody>
                  <a:tcPr marT="0" marB="0" marR="68575" marL="68575"/>
                </a:tc>
                <a:tc>
                  <a:txBody>
                    <a:bodyPr/>
                    <a:lstStyle/>
                    <a:p>
                      <a:pPr indent="0" lvl="0" marL="0" marR="0" rtl="0" algn="l">
                        <a:lnSpc>
                          <a:spcPct val="107000"/>
                        </a:lnSpc>
                        <a:spcBef>
                          <a:spcPts val="0"/>
                        </a:spcBef>
                        <a:spcAft>
                          <a:spcPts val="0"/>
                        </a:spcAft>
                        <a:buClr>
                          <a:srgbClr val="000000"/>
                        </a:buClr>
                        <a:buSzPts val="2500"/>
                        <a:buFont typeface="Arial"/>
                        <a:buNone/>
                      </a:pPr>
                      <a:r>
                        <a:rPr lang="en-IN" sz="2500" u="none" cap="none" strike="noStrike">
                          <a:latin typeface="Times New Roman"/>
                          <a:ea typeface="Times New Roman"/>
                          <a:cs typeface="Times New Roman"/>
                          <a:sym typeface="Times New Roman"/>
                        </a:rPr>
                        <a:t>situations that are likely to be true in future depending on the action in the present</a:t>
                      </a:r>
                      <a:endParaRPr sz="2500" u="none" cap="none" strike="noStrike">
                        <a:latin typeface="Times New Roman"/>
                        <a:ea typeface="Times New Roman"/>
                        <a:cs typeface="Times New Roman"/>
                        <a:sym typeface="Times New Roman"/>
                      </a:endParaRPr>
                    </a:p>
                  </a:txBody>
                  <a:tcPr marT="0" marB="0" marR="68575" marL="68575"/>
                </a:tc>
                <a:tc>
                  <a:txBody>
                    <a:bodyPr/>
                    <a:lstStyle/>
                    <a:p>
                      <a:pPr indent="0" lvl="0" marL="0" marR="0" rtl="0" algn="l">
                        <a:lnSpc>
                          <a:spcPct val="107000"/>
                        </a:lnSpc>
                        <a:spcBef>
                          <a:spcPts val="0"/>
                        </a:spcBef>
                        <a:spcAft>
                          <a:spcPts val="0"/>
                        </a:spcAft>
                        <a:buClr>
                          <a:srgbClr val="000000"/>
                        </a:buClr>
                        <a:buSzPts val="2500"/>
                        <a:buFont typeface="Arial"/>
                        <a:buNone/>
                      </a:pPr>
                      <a:r>
                        <a:rPr lang="en-IN" sz="2500" u="none" cap="none" strike="noStrike">
                          <a:latin typeface="Times New Roman"/>
                          <a:ea typeface="Times New Roman"/>
                          <a:cs typeface="Times New Roman"/>
                          <a:sym typeface="Times New Roman"/>
                        </a:rPr>
                        <a:t>Will+ infinitive</a:t>
                      </a:r>
                      <a:endParaRPr sz="2500" u="none" cap="none" strike="noStrike">
                        <a:latin typeface="Times New Roman"/>
                        <a:ea typeface="Times New Roman"/>
                        <a:cs typeface="Times New Roman"/>
                        <a:sym typeface="Times New Roman"/>
                      </a:endParaRPr>
                    </a:p>
                  </a:txBody>
                  <a:tcPr marT="0" marB="0" marR="68575" marL="68575"/>
                </a:tc>
                <a:tc>
                  <a:txBody>
                    <a:bodyPr/>
                    <a:lstStyle/>
                    <a:p>
                      <a:pPr indent="0" lvl="0" marL="0" marR="0" rtl="0" algn="l">
                        <a:lnSpc>
                          <a:spcPct val="107000"/>
                        </a:lnSpc>
                        <a:spcBef>
                          <a:spcPts val="0"/>
                        </a:spcBef>
                        <a:spcAft>
                          <a:spcPts val="0"/>
                        </a:spcAft>
                        <a:buClr>
                          <a:srgbClr val="000000"/>
                        </a:buClr>
                        <a:buSzPts val="2500"/>
                        <a:buFont typeface="Arial"/>
                        <a:buNone/>
                      </a:pPr>
                      <a:r>
                        <a:rPr lang="en-IN" sz="2500" u="none" cap="none" strike="noStrike">
                          <a:latin typeface="Times New Roman"/>
                          <a:ea typeface="Times New Roman"/>
                          <a:cs typeface="Times New Roman"/>
                          <a:sym typeface="Times New Roman"/>
                        </a:rPr>
                        <a:t>Simple Present</a:t>
                      </a:r>
                      <a:endParaRPr sz="2500" u="none" cap="none" strike="noStrike">
                        <a:latin typeface="Times New Roman"/>
                        <a:ea typeface="Times New Roman"/>
                        <a:cs typeface="Times New Roman"/>
                        <a:sym typeface="Times New Roman"/>
                      </a:endParaRPr>
                    </a:p>
                  </a:txBody>
                  <a:tcPr marT="0" marB="0" marR="68575" marL="68575"/>
                </a:tc>
                <a:tc>
                  <a:txBody>
                    <a:bodyPr/>
                    <a:lstStyle/>
                    <a:p>
                      <a:pPr indent="0" lvl="0" marL="0" marR="0" rtl="0" algn="l">
                        <a:lnSpc>
                          <a:spcPct val="107000"/>
                        </a:lnSpc>
                        <a:spcBef>
                          <a:spcPts val="0"/>
                        </a:spcBef>
                        <a:spcAft>
                          <a:spcPts val="0"/>
                        </a:spcAft>
                        <a:buClr>
                          <a:srgbClr val="000000"/>
                        </a:buClr>
                        <a:buSzPts val="2500"/>
                        <a:buFont typeface="Arial"/>
                        <a:buNone/>
                      </a:pPr>
                      <a:r>
                        <a:rPr lang="en-IN" sz="2500" u="none" cap="none" strike="noStrike">
                          <a:latin typeface="Times New Roman"/>
                          <a:ea typeface="Times New Roman"/>
                          <a:cs typeface="Times New Roman"/>
                          <a:sym typeface="Times New Roman"/>
                        </a:rPr>
                        <a:t>If she completes the course, she’ll earn a diploma certificate. </a:t>
                      </a:r>
                      <a:endParaRPr sz="2500" u="none" cap="none" strike="noStrike">
                        <a:latin typeface="Times New Roman"/>
                        <a:ea typeface="Times New Roman"/>
                        <a:cs typeface="Times New Roman"/>
                        <a:sym typeface="Times New Roman"/>
                      </a:endParaRPr>
                    </a:p>
                  </a:txBody>
                  <a:tcPr marT="0" marB="0" marR="68575" marL="68575"/>
                </a:tc>
              </a:tr>
              <a:tr h="1653225">
                <a:tc>
                  <a:txBody>
                    <a:bodyPr/>
                    <a:lstStyle/>
                    <a:p>
                      <a:pPr indent="0" lvl="0" marL="0" marR="0" rtl="0" algn="l">
                        <a:lnSpc>
                          <a:spcPct val="107000"/>
                        </a:lnSpc>
                        <a:spcBef>
                          <a:spcPts val="0"/>
                        </a:spcBef>
                        <a:spcAft>
                          <a:spcPts val="0"/>
                        </a:spcAft>
                        <a:buClr>
                          <a:srgbClr val="000000"/>
                        </a:buClr>
                        <a:buSzPts val="2500"/>
                        <a:buFont typeface="Arial"/>
                        <a:buNone/>
                      </a:pPr>
                      <a:r>
                        <a:rPr lang="en-IN" sz="2500" u="none" cap="none" strike="noStrike">
                          <a:latin typeface="Times New Roman"/>
                          <a:ea typeface="Times New Roman"/>
                          <a:cs typeface="Times New Roman"/>
                          <a:sym typeface="Times New Roman"/>
                        </a:rPr>
                        <a:t>Second</a:t>
                      </a:r>
                      <a:endParaRPr sz="2500" u="none" cap="none" strike="noStrike">
                        <a:latin typeface="Times New Roman"/>
                        <a:ea typeface="Times New Roman"/>
                        <a:cs typeface="Times New Roman"/>
                        <a:sym typeface="Times New Roman"/>
                      </a:endParaRPr>
                    </a:p>
                  </a:txBody>
                  <a:tcPr marT="0" marB="0" marR="68575" marL="68575"/>
                </a:tc>
                <a:tc>
                  <a:txBody>
                    <a:bodyPr/>
                    <a:lstStyle/>
                    <a:p>
                      <a:pPr indent="0" lvl="0" marL="0" marR="0" rtl="0" algn="l">
                        <a:lnSpc>
                          <a:spcPct val="107000"/>
                        </a:lnSpc>
                        <a:spcBef>
                          <a:spcPts val="0"/>
                        </a:spcBef>
                        <a:spcAft>
                          <a:spcPts val="0"/>
                        </a:spcAft>
                        <a:buClr>
                          <a:srgbClr val="000000"/>
                        </a:buClr>
                        <a:buSzPts val="2500"/>
                        <a:buFont typeface="Arial"/>
                        <a:buNone/>
                      </a:pPr>
                      <a:r>
                        <a:rPr lang="en-IN" sz="2500" u="none" cap="none" strike="noStrike">
                          <a:latin typeface="Times New Roman"/>
                          <a:ea typeface="Times New Roman"/>
                          <a:cs typeface="Times New Roman"/>
                          <a:sym typeface="Times New Roman"/>
                        </a:rPr>
                        <a:t>situations that do not exist but we wish that they did/ to speculate about a hypothetical situation</a:t>
                      </a:r>
                      <a:endParaRPr sz="2500" u="none" cap="none" strike="noStrike">
                        <a:latin typeface="Times New Roman"/>
                        <a:ea typeface="Times New Roman"/>
                        <a:cs typeface="Times New Roman"/>
                        <a:sym typeface="Times New Roman"/>
                      </a:endParaRPr>
                    </a:p>
                  </a:txBody>
                  <a:tcPr marT="0" marB="0" marR="68575" marL="68575"/>
                </a:tc>
                <a:tc>
                  <a:txBody>
                    <a:bodyPr/>
                    <a:lstStyle/>
                    <a:p>
                      <a:pPr indent="0" lvl="0" marL="0" marR="0" rtl="0" algn="l">
                        <a:lnSpc>
                          <a:spcPct val="107000"/>
                        </a:lnSpc>
                        <a:spcBef>
                          <a:spcPts val="0"/>
                        </a:spcBef>
                        <a:spcAft>
                          <a:spcPts val="0"/>
                        </a:spcAft>
                        <a:buClr>
                          <a:srgbClr val="000000"/>
                        </a:buClr>
                        <a:buSzPts val="2500"/>
                        <a:buFont typeface="Arial"/>
                        <a:buNone/>
                      </a:pPr>
                      <a:r>
                        <a:rPr lang="en-IN" sz="2500" u="none" cap="none" strike="noStrike">
                          <a:latin typeface="Times New Roman"/>
                          <a:ea typeface="Times New Roman"/>
                          <a:cs typeface="Times New Roman"/>
                          <a:sym typeface="Times New Roman"/>
                        </a:rPr>
                        <a:t>Would+ infinitive</a:t>
                      </a:r>
                      <a:endParaRPr sz="2500" u="none" cap="none" strike="noStrike">
                        <a:latin typeface="Times New Roman"/>
                        <a:ea typeface="Times New Roman"/>
                        <a:cs typeface="Times New Roman"/>
                        <a:sym typeface="Times New Roman"/>
                      </a:endParaRPr>
                    </a:p>
                  </a:txBody>
                  <a:tcPr marT="0" marB="0" marR="68575" marL="68575"/>
                </a:tc>
                <a:tc>
                  <a:txBody>
                    <a:bodyPr/>
                    <a:lstStyle/>
                    <a:p>
                      <a:pPr indent="0" lvl="0" marL="0" marR="0" rtl="0" algn="l">
                        <a:lnSpc>
                          <a:spcPct val="107000"/>
                        </a:lnSpc>
                        <a:spcBef>
                          <a:spcPts val="0"/>
                        </a:spcBef>
                        <a:spcAft>
                          <a:spcPts val="0"/>
                        </a:spcAft>
                        <a:buClr>
                          <a:srgbClr val="000000"/>
                        </a:buClr>
                        <a:buSzPts val="2500"/>
                        <a:buFont typeface="Arial"/>
                        <a:buNone/>
                      </a:pPr>
                      <a:r>
                        <a:rPr lang="en-IN" sz="2500" u="none" cap="none" strike="noStrike">
                          <a:latin typeface="Times New Roman"/>
                          <a:ea typeface="Times New Roman"/>
                          <a:cs typeface="Times New Roman"/>
                          <a:sym typeface="Times New Roman"/>
                        </a:rPr>
                        <a:t>Simple Past </a:t>
                      </a:r>
                      <a:endParaRPr sz="2500" u="none" cap="none" strike="noStrike">
                        <a:latin typeface="Times New Roman"/>
                        <a:ea typeface="Times New Roman"/>
                        <a:cs typeface="Times New Roman"/>
                        <a:sym typeface="Times New Roman"/>
                      </a:endParaRPr>
                    </a:p>
                  </a:txBody>
                  <a:tcPr marT="0" marB="0" marR="68575" marL="68575"/>
                </a:tc>
                <a:tc>
                  <a:txBody>
                    <a:bodyPr/>
                    <a:lstStyle/>
                    <a:p>
                      <a:pPr indent="0" lvl="0" marL="0" marR="0" rtl="0" algn="l">
                        <a:lnSpc>
                          <a:spcPct val="107000"/>
                        </a:lnSpc>
                        <a:spcBef>
                          <a:spcPts val="0"/>
                        </a:spcBef>
                        <a:spcAft>
                          <a:spcPts val="0"/>
                        </a:spcAft>
                        <a:buClr>
                          <a:srgbClr val="000000"/>
                        </a:buClr>
                        <a:buSzPts val="2500"/>
                        <a:buFont typeface="Arial"/>
                        <a:buNone/>
                      </a:pPr>
                      <a:r>
                        <a:rPr lang="en-IN" sz="2500" u="none" cap="none" strike="noStrike">
                          <a:latin typeface="Times New Roman"/>
                          <a:ea typeface="Times New Roman"/>
                          <a:cs typeface="Times New Roman"/>
                          <a:sym typeface="Times New Roman"/>
                        </a:rPr>
                        <a:t>If I were you, I would never meet her.  </a:t>
                      </a:r>
                      <a:endParaRPr sz="2500" u="none" cap="none" strike="noStrike">
                        <a:latin typeface="Times New Roman"/>
                        <a:ea typeface="Times New Roman"/>
                        <a:cs typeface="Times New Roman"/>
                        <a:sym typeface="Times New Roman"/>
                      </a:endParaRPr>
                    </a:p>
                  </a:txBody>
                  <a:tcPr marT="0" marB="0" marR="68575" marL="68575"/>
                </a:tc>
              </a:tr>
              <a:tr h="2073600">
                <a:tc>
                  <a:txBody>
                    <a:bodyPr/>
                    <a:lstStyle/>
                    <a:p>
                      <a:pPr indent="0" lvl="0" marL="0" marR="0" rtl="0" algn="l">
                        <a:lnSpc>
                          <a:spcPct val="107000"/>
                        </a:lnSpc>
                        <a:spcBef>
                          <a:spcPts val="0"/>
                        </a:spcBef>
                        <a:spcAft>
                          <a:spcPts val="0"/>
                        </a:spcAft>
                        <a:buClr>
                          <a:srgbClr val="000000"/>
                        </a:buClr>
                        <a:buSzPts val="2500"/>
                        <a:buFont typeface="Arial"/>
                        <a:buNone/>
                      </a:pPr>
                      <a:r>
                        <a:rPr lang="en-IN" sz="2500" u="none" cap="none" strike="noStrike">
                          <a:latin typeface="Times New Roman"/>
                          <a:ea typeface="Times New Roman"/>
                          <a:cs typeface="Times New Roman"/>
                          <a:sym typeface="Times New Roman"/>
                        </a:rPr>
                        <a:t>Third</a:t>
                      </a:r>
                      <a:endParaRPr sz="2500" u="none" cap="none" strike="noStrike">
                        <a:latin typeface="Times New Roman"/>
                        <a:ea typeface="Times New Roman"/>
                        <a:cs typeface="Times New Roman"/>
                        <a:sym typeface="Times New Roman"/>
                      </a:endParaRPr>
                    </a:p>
                  </a:txBody>
                  <a:tcPr marT="0" marB="0" marR="68575" marL="68575"/>
                </a:tc>
                <a:tc>
                  <a:txBody>
                    <a:bodyPr/>
                    <a:lstStyle/>
                    <a:p>
                      <a:pPr indent="0" lvl="0" marL="0" marR="0" rtl="0" algn="l">
                        <a:lnSpc>
                          <a:spcPct val="107000"/>
                        </a:lnSpc>
                        <a:spcBef>
                          <a:spcPts val="0"/>
                        </a:spcBef>
                        <a:spcAft>
                          <a:spcPts val="0"/>
                        </a:spcAft>
                        <a:buClr>
                          <a:srgbClr val="000000"/>
                        </a:buClr>
                        <a:buSzPts val="2500"/>
                        <a:buFont typeface="Arial"/>
                        <a:buNone/>
                      </a:pPr>
                      <a:r>
                        <a:rPr lang="en-IN" sz="2500" u="none" cap="none" strike="noStrike">
                          <a:latin typeface="Times New Roman"/>
                          <a:ea typeface="Times New Roman"/>
                          <a:cs typeface="Times New Roman"/>
                          <a:sym typeface="Times New Roman"/>
                        </a:rPr>
                        <a:t>Speculate about possibility of something happening/ not happening in the past when the action took place in the past</a:t>
                      </a:r>
                      <a:endParaRPr sz="2500" u="none" cap="none" strike="noStrike">
                        <a:latin typeface="Times New Roman"/>
                        <a:ea typeface="Times New Roman"/>
                        <a:cs typeface="Times New Roman"/>
                        <a:sym typeface="Times New Roman"/>
                      </a:endParaRPr>
                    </a:p>
                  </a:txBody>
                  <a:tcPr marT="0" marB="0" marR="68575" marL="68575"/>
                </a:tc>
                <a:tc>
                  <a:txBody>
                    <a:bodyPr/>
                    <a:lstStyle/>
                    <a:p>
                      <a:pPr indent="0" lvl="0" marL="0" marR="0" rtl="0" algn="l">
                        <a:lnSpc>
                          <a:spcPct val="107000"/>
                        </a:lnSpc>
                        <a:spcBef>
                          <a:spcPts val="0"/>
                        </a:spcBef>
                        <a:spcAft>
                          <a:spcPts val="0"/>
                        </a:spcAft>
                        <a:buClr>
                          <a:srgbClr val="000000"/>
                        </a:buClr>
                        <a:buSzPts val="2500"/>
                        <a:buFont typeface="Arial"/>
                        <a:buNone/>
                      </a:pPr>
                      <a:r>
                        <a:rPr lang="en-IN" sz="2500" u="none" cap="none" strike="noStrike">
                          <a:latin typeface="Times New Roman"/>
                          <a:ea typeface="Times New Roman"/>
                          <a:cs typeface="Times New Roman"/>
                          <a:sym typeface="Times New Roman"/>
                        </a:rPr>
                        <a:t>Would+ have+ past participle</a:t>
                      </a:r>
                      <a:endParaRPr sz="2500" u="none" cap="none" strike="noStrike">
                        <a:latin typeface="Times New Roman"/>
                        <a:ea typeface="Times New Roman"/>
                        <a:cs typeface="Times New Roman"/>
                        <a:sym typeface="Times New Roman"/>
                      </a:endParaRPr>
                    </a:p>
                  </a:txBody>
                  <a:tcPr marT="0" marB="0" marR="68575" marL="68575"/>
                </a:tc>
                <a:tc>
                  <a:txBody>
                    <a:bodyPr/>
                    <a:lstStyle/>
                    <a:p>
                      <a:pPr indent="0" lvl="0" marL="0" marR="0" rtl="0" algn="l">
                        <a:lnSpc>
                          <a:spcPct val="107000"/>
                        </a:lnSpc>
                        <a:spcBef>
                          <a:spcPts val="0"/>
                        </a:spcBef>
                        <a:spcAft>
                          <a:spcPts val="0"/>
                        </a:spcAft>
                        <a:buClr>
                          <a:srgbClr val="000000"/>
                        </a:buClr>
                        <a:buSzPts val="2500"/>
                        <a:buFont typeface="Arial"/>
                        <a:buNone/>
                      </a:pPr>
                      <a:r>
                        <a:rPr lang="en-IN" sz="2500" u="none" cap="none" strike="noStrike">
                          <a:latin typeface="Times New Roman"/>
                          <a:ea typeface="Times New Roman"/>
                          <a:cs typeface="Times New Roman"/>
                          <a:sym typeface="Times New Roman"/>
                        </a:rPr>
                        <a:t>Past Perfect</a:t>
                      </a:r>
                      <a:endParaRPr sz="2500" u="none" cap="none" strike="noStrike">
                        <a:latin typeface="Times New Roman"/>
                        <a:ea typeface="Times New Roman"/>
                        <a:cs typeface="Times New Roman"/>
                        <a:sym typeface="Times New Roman"/>
                      </a:endParaRPr>
                    </a:p>
                  </a:txBody>
                  <a:tcPr marT="0" marB="0" marR="68575" marL="68575"/>
                </a:tc>
                <a:tc>
                  <a:txBody>
                    <a:bodyPr/>
                    <a:lstStyle/>
                    <a:p>
                      <a:pPr indent="0" lvl="0" marL="0" marR="0" rtl="0" algn="l">
                        <a:lnSpc>
                          <a:spcPct val="107000"/>
                        </a:lnSpc>
                        <a:spcBef>
                          <a:spcPts val="0"/>
                        </a:spcBef>
                        <a:spcAft>
                          <a:spcPts val="0"/>
                        </a:spcAft>
                        <a:buClr>
                          <a:srgbClr val="000000"/>
                        </a:buClr>
                        <a:buSzPts val="2500"/>
                        <a:buFont typeface="Arial"/>
                        <a:buNone/>
                      </a:pPr>
                      <a:r>
                        <a:rPr lang="en-IN" sz="2500" u="none" cap="none" strike="noStrike">
                          <a:latin typeface="Times New Roman"/>
                          <a:ea typeface="Times New Roman"/>
                          <a:cs typeface="Times New Roman"/>
                          <a:sym typeface="Times New Roman"/>
                        </a:rPr>
                        <a:t>If I had bought a car, I would have saved some travel time. </a:t>
                      </a:r>
                      <a:endParaRPr sz="2500" u="none" cap="none" strike="noStrike">
                        <a:latin typeface="Times New Roman"/>
                        <a:ea typeface="Times New Roman"/>
                        <a:cs typeface="Times New Roman"/>
                        <a:sym typeface="Times New Roman"/>
                      </a:endParaRPr>
                    </a:p>
                  </a:txBody>
                  <a:tcPr marT="0" marB="0" marR="68575" marL="68575"/>
                </a:tc>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19"/>
          <p:cNvSpPr txBox="1"/>
          <p:nvPr>
            <p:ph idx="1" type="body"/>
          </p:nvPr>
        </p:nvSpPr>
        <p:spPr>
          <a:xfrm>
            <a:off x="221226" y="147484"/>
            <a:ext cx="11749547" cy="6612193"/>
          </a:xfrm>
          <a:prstGeom prst="rect">
            <a:avLst/>
          </a:prstGeom>
          <a:noFill/>
          <a:ln>
            <a:noFill/>
          </a:ln>
        </p:spPr>
        <p:txBody>
          <a:bodyPr anchorCtr="0" anchor="t" bIns="45700" lIns="91425" spcFirstLastPara="1" rIns="91425" wrap="square" tIns="45700">
            <a:noAutofit/>
          </a:bodyPr>
          <a:lstStyle/>
          <a:p>
            <a:pPr indent="-457200" lvl="0" marL="457200" rtl="0" algn="l">
              <a:lnSpc>
                <a:spcPct val="107000"/>
              </a:lnSpc>
              <a:spcBef>
                <a:spcPts val="0"/>
              </a:spcBef>
              <a:spcAft>
                <a:spcPts val="0"/>
              </a:spcAft>
              <a:buClr>
                <a:schemeClr val="dk2"/>
              </a:buClr>
              <a:buSzPts val="2500"/>
              <a:buFont typeface="Arial"/>
              <a:buChar char="•"/>
            </a:pPr>
            <a:r>
              <a:rPr lang="en-IN" sz="2500">
                <a:latin typeface="Times New Roman"/>
                <a:ea typeface="Times New Roman"/>
                <a:cs typeface="Times New Roman"/>
                <a:sym typeface="Times New Roman"/>
              </a:rPr>
              <a:t>Zero Conditional (used to express situations that will always be true)</a:t>
            </a:r>
            <a:endParaRPr/>
          </a:p>
          <a:p>
            <a:pPr indent="0" lvl="0" marL="0" rtl="0" algn="l">
              <a:lnSpc>
                <a:spcPct val="107000"/>
              </a:lnSpc>
              <a:spcBef>
                <a:spcPts val="1000"/>
              </a:spcBef>
              <a:spcAft>
                <a:spcPts val="0"/>
              </a:spcAft>
              <a:buClr>
                <a:schemeClr val="dk2"/>
              </a:buClr>
              <a:buSzPts val="2500"/>
              <a:buFont typeface="Times New Roman"/>
              <a:buNone/>
            </a:pPr>
            <a:r>
              <a:rPr lang="en-IN" sz="2500">
                <a:latin typeface="Times New Roman"/>
                <a:ea typeface="Times New Roman"/>
                <a:cs typeface="Times New Roman"/>
                <a:sym typeface="Times New Roman"/>
              </a:rPr>
              <a:t>	Eg: If it snows, I don’t go out ( Whenever it snows, I don’t go out)</a:t>
            </a:r>
            <a:endParaRPr/>
          </a:p>
          <a:p>
            <a:pPr indent="-457200" lvl="0" marL="457200" rtl="0" algn="l">
              <a:lnSpc>
                <a:spcPct val="107000"/>
              </a:lnSpc>
              <a:spcBef>
                <a:spcPts val="1000"/>
              </a:spcBef>
              <a:spcAft>
                <a:spcPts val="0"/>
              </a:spcAft>
              <a:buClr>
                <a:schemeClr val="dk2"/>
              </a:buClr>
              <a:buSzPts val="2500"/>
              <a:buFont typeface="Arial"/>
              <a:buChar char="•"/>
            </a:pPr>
            <a:r>
              <a:rPr lang="en-IN" sz="2500">
                <a:latin typeface="Times New Roman"/>
                <a:ea typeface="Times New Roman"/>
                <a:cs typeface="Times New Roman"/>
                <a:sym typeface="Times New Roman"/>
              </a:rPr>
              <a:t>First Conditional ( used to express situations that are likely to be true in future depending on the action in the present)</a:t>
            </a:r>
            <a:endParaRPr/>
          </a:p>
          <a:p>
            <a:pPr indent="0" lvl="0" marL="0" rtl="0" algn="l">
              <a:lnSpc>
                <a:spcPct val="107000"/>
              </a:lnSpc>
              <a:spcBef>
                <a:spcPts val="1000"/>
              </a:spcBef>
              <a:spcAft>
                <a:spcPts val="0"/>
              </a:spcAft>
              <a:buClr>
                <a:schemeClr val="dk2"/>
              </a:buClr>
              <a:buSzPts val="2500"/>
              <a:buFont typeface="Times New Roman"/>
              <a:buNone/>
            </a:pPr>
            <a:r>
              <a:rPr lang="en-IN" sz="2500">
                <a:latin typeface="Times New Roman"/>
                <a:ea typeface="Times New Roman"/>
                <a:cs typeface="Times New Roman"/>
                <a:sym typeface="Times New Roman"/>
              </a:rPr>
              <a:t>	Eg: If I eat well, I will stay healthy</a:t>
            </a:r>
            <a:endParaRPr/>
          </a:p>
          <a:p>
            <a:pPr indent="-457200" lvl="0" marL="457200" rtl="0" algn="l">
              <a:lnSpc>
                <a:spcPct val="107000"/>
              </a:lnSpc>
              <a:spcBef>
                <a:spcPts val="1000"/>
              </a:spcBef>
              <a:spcAft>
                <a:spcPts val="0"/>
              </a:spcAft>
              <a:buClr>
                <a:schemeClr val="dk2"/>
              </a:buClr>
              <a:buSzPts val="2500"/>
              <a:buFont typeface="Arial"/>
              <a:buChar char="•"/>
            </a:pPr>
            <a:r>
              <a:rPr lang="en-IN" sz="2500">
                <a:latin typeface="Times New Roman"/>
                <a:ea typeface="Times New Roman"/>
                <a:cs typeface="Times New Roman"/>
                <a:sym typeface="Times New Roman"/>
              </a:rPr>
              <a:t>Second Conditional (used to express situations that do not exist but we wish that they did)</a:t>
            </a:r>
            <a:endParaRPr/>
          </a:p>
          <a:p>
            <a:pPr indent="0" lvl="0" marL="0" rtl="0" algn="l">
              <a:lnSpc>
                <a:spcPct val="107000"/>
              </a:lnSpc>
              <a:spcBef>
                <a:spcPts val="1000"/>
              </a:spcBef>
              <a:spcAft>
                <a:spcPts val="0"/>
              </a:spcAft>
              <a:buClr>
                <a:schemeClr val="dk2"/>
              </a:buClr>
              <a:buSzPts val="2500"/>
              <a:buFont typeface="Times New Roman"/>
              <a:buNone/>
            </a:pPr>
            <a:r>
              <a:rPr lang="en-IN" sz="2500">
                <a:latin typeface="Times New Roman"/>
                <a:ea typeface="Times New Roman"/>
                <a:cs typeface="Times New Roman"/>
                <a:sym typeface="Times New Roman"/>
              </a:rPr>
              <a:t>	Eg: If I were rich, I would not worry about savings (But I am not rich; it’s a hypothetical situation)</a:t>
            </a:r>
            <a:endParaRPr/>
          </a:p>
          <a:p>
            <a:pPr indent="-457200" lvl="0" marL="457200" rtl="0" algn="l">
              <a:lnSpc>
                <a:spcPct val="107000"/>
              </a:lnSpc>
              <a:spcBef>
                <a:spcPts val="1000"/>
              </a:spcBef>
              <a:spcAft>
                <a:spcPts val="0"/>
              </a:spcAft>
              <a:buClr>
                <a:schemeClr val="dk2"/>
              </a:buClr>
              <a:buSzPts val="2500"/>
              <a:buFont typeface="Arial"/>
              <a:buChar char="•"/>
            </a:pPr>
            <a:r>
              <a:rPr lang="en-IN" sz="2500">
                <a:latin typeface="Times New Roman"/>
                <a:ea typeface="Times New Roman"/>
                <a:cs typeface="Times New Roman"/>
                <a:sym typeface="Times New Roman"/>
              </a:rPr>
              <a:t>Third Conditional (used to express possibility of something happening/ not happening in the past when the action took place in the past)</a:t>
            </a:r>
            <a:endParaRPr/>
          </a:p>
          <a:p>
            <a:pPr indent="0" lvl="0" marL="0" rtl="0" algn="l">
              <a:lnSpc>
                <a:spcPct val="107000"/>
              </a:lnSpc>
              <a:spcBef>
                <a:spcPts val="1000"/>
              </a:spcBef>
              <a:spcAft>
                <a:spcPts val="0"/>
              </a:spcAft>
              <a:buClr>
                <a:schemeClr val="dk2"/>
              </a:buClr>
              <a:buSzPts val="2500"/>
              <a:buFont typeface="Times New Roman"/>
              <a:buNone/>
            </a:pPr>
            <a:r>
              <a:rPr lang="en-IN" sz="2500">
                <a:latin typeface="Times New Roman"/>
                <a:ea typeface="Times New Roman"/>
                <a:cs typeface="Times New Roman"/>
                <a:sym typeface="Times New Roman"/>
              </a:rPr>
              <a:t>	Eg: If I had been a billionaire, I would have bought all the shoes I like. (But I was not a billionaire)</a:t>
            </a:r>
            <a:endParaRPr sz="2500">
              <a:latin typeface="Times New Roman"/>
              <a:ea typeface="Times New Roman"/>
              <a:cs typeface="Times New Roman"/>
              <a:sym typeface="Times New Roman"/>
            </a:endParaRPr>
          </a:p>
          <a:p>
            <a:pPr indent="0" lvl="0" marL="0" rtl="0" algn="l">
              <a:lnSpc>
                <a:spcPct val="107000"/>
              </a:lnSpc>
              <a:spcBef>
                <a:spcPts val="1000"/>
              </a:spcBef>
              <a:spcAft>
                <a:spcPts val="1600"/>
              </a:spcAft>
              <a:buClr>
                <a:schemeClr val="dk2"/>
              </a:buClr>
              <a:buSzPts val="2500"/>
              <a:buFont typeface="Arial"/>
              <a:buNone/>
            </a:pPr>
            <a:r>
              <a:t/>
            </a:r>
            <a:endParaRPr sz="2500">
              <a:latin typeface="Times New Roman"/>
              <a:ea typeface="Times New Roman"/>
              <a:cs typeface="Times New Roman"/>
              <a:sym typeface="Times New Roman"/>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20"/>
          <p:cNvSpPr txBox="1"/>
          <p:nvPr>
            <p:ph idx="1" type="body"/>
          </p:nvPr>
        </p:nvSpPr>
        <p:spPr>
          <a:xfrm>
            <a:off x="257765" y="542400"/>
            <a:ext cx="11106000" cy="5773200"/>
          </a:xfrm>
          <a:prstGeom prst="rect">
            <a:avLst/>
          </a:prstGeom>
          <a:noFill/>
          <a:ln>
            <a:noFill/>
          </a:ln>
        </p:spPr>
        <p:txBody>
          <a:bodyPr anchorCtr="0" anchor="t" bIns="45700" lIns="91425" spcFirstLastPara="1" rIns="91425" wrap="square" tIns="45700">
            <a:noAutofit/>
          </a:bodyPr>
          <a:lstStyle/>
          <a:p>
            <a:pPr indent="-476250" lvl="0" marL="514350" rtl="0" algn="l">
              <a:lnSpc>
                <a:spcPct val="107000"/>
              </a:lnSpc>
              <a:spcBef>
                <a:spcPts val="0"/>
              </a:spcBef>
              <a:spcAft>
                <a:spcPts val="0"/>
              </a:spcAft>
              <a:buClr>
                <a:schemeClr val="dk2"/>
              </a:buClr>
              <a:buSzPts val="2400"/>
              <a:buFont typeface="Times New Roman"/>
              <a:buAutoNum type="arabicPeriod"/>
            </a:pPr>
            <a:r>
              <a:rPr b="1" lang="en-IN">
                <a:latin typeface="Times New Roman"/>
                <a:ea typeface="Times New Roman"/>
                <a:cs typeface="Times New Roman"/>
                <a:sym typeface="Times New Roman"/>
              </a:rPr>
              <a:t>Fill in the blanks to complete the conditional sentences</a:t>
            </a:r>
            <a:endParaRPr b="1">
              <a:latin typeface="Times New Roman"/>
              <a:ea typeface="Times New Roman"/>
              <a:cs typeface="Times New Roman"/>
              <a:sym typeface="Times New Roman"/>
            </a:endParaRPr>
          </a:p>
          <a:p>
            <a:pPr indent="-304800" lvl="0" marL="342900" rtl="0" algn="l">
              <a:lnSpc>
                <a:spcPct val="107000"/>
              </a:lnSpc>
              <a:spcBef>
                <a:spcPts val="1000"/>
              </a:spcBef>
              <a:spcAft>
                <a:spcPts val="0"/>
              </a:spcAft>
              <a:buClr>
                <a:schemeClr val="dk2"/>
              </a:buClr>
              <a:buSzPts val="2400"/>
              <a:buFont typeface="Arial"/>
              <a:buAutoNum type="romanLcParenBoth"/>
            </a:pPr>
            <a:r>
              <a:rPr lang="en-IN">
                <a:latin typeface="Times New Roman"/>
                <a:ea typeface="Times New Roman"/>
                <a:cs typeface="Times New Roman"/>
                <a:sym typeface="Times New Roman"/>
              </a:rPr>
              <a:t>If I hadn't been ill, I ______ (go) to the party.</a:t>
            </a:r>
            <a:endParaRPr/>
          </a:p>
          <a:p>
            <a:pPr indent="-304800" lvl="0" marL="342900" rtl="0" algn="l">
              <a:lnSpc>
                <a:spcPct val="107000"/>
              </a:lnSpc>
              <a:spcBef>
                <a:spcPts val="1000"/>
              </a:spcBef>
              <a:spcAft>
                <a:spcPts val="0"/>
              </a:spcAft>
              <a:buClr>
                <a:schemeClr val="dk2"/>
              </a:buClr>
              <a:buSzPts val="2400"/>
              <a:buFont typeface="Arial"/>
              <a:buAutoNum type="romanLcParenBoth"/>
            </a:pPr>
            <a:r>
              <a:rPr lang="en-IN">
                <a:latin typeface="Times New Roman"/>
                <a:ea typeface="Times New Roman"/>
                <a:cs typeface="Times New Roman"/>
                <a:sym typeface="Times New Roman"/>
              </a:rPr>
              <a:t>If I had planted seeds in spring, I _____  (be) tomatoes now</a:t>
            </a:r>
            <a:endParaRPr/>
          </a:p>
          <a:p>
            <a:pPr indent="-304800" lvl="0" marL="342900" rtl="0" algn="l">
              <a:lnSpc>
                <a:spcPct val="107000"/>
              </a:lnSpc>
              <a:spcBef>
                <a:spcPts val="1000"/>
              </a:spcBef>
              <a:spcAft>
                <a:spcPts val="0"/>
              </a:spcAft>
              <a:buClr>
                <a:schemeClr val="dk2"/>
              </a:buClr>
              <a:buSzPts val="2400"/>
              <a:buFont typeface="Arial"/>
              <a:buAutoNum type="romanLcParenBoth"/>
            </a:pPr>
            <a:r>
              <a:rPr lang="en-IN">
                <a:latin typeface="Times New Roman"/>
                <a:ea typeface="Times New Roman"/>
                <a:cs typeface="Times New Roman"/>
                <a:sym typeface="Times New Roman"/>
              </a:rPr>
              <a:t>My mum would be fine now if the doctor _____ (know) what was wrong with her at the beginning.</a:t>
            </a:r>
            <a:endParaRPr/>
          </a:p>
          <a:p>
            <a:pPr indent="-304800" lvl="0" marL="342900" rtl="0" algn="l">
              <a:lnSpc>
                <a:spcPct val="107000"/>
              </a:lnSpc>
              <a:spcBef>
                <a:spcPts val="1000"/>
              </a:spcBef>
              <a:spcAft>
                <a:spcPts val="0"/>
              </a:spcAft>
              <a:buClr>
                <a:schemeClr val="dk2"/>
              </a:buClr>
              <a:buSzPts val="2400"/>
              <a:buFont typeface="Arial"/>
              <a:buAutoNum type="romanLcParenBoth"/>
            </a:pPr>
            <a:r>
              <a:rPr lang="en-IN">
                <a:latin typeface="Times New Roman"/>
                <a:ea typeface="Times New Roman"/>
                <a:cs typeface="Times New Roman"/>
                <a:sym typeface="Times New Roman"/>
              </a:rPr>
              <a:t>If I _____ (be) him, I wouldn't quit my job until I found another.</a:t>
            </a:r>
            <a:endParaRPr/>
          </a:p>
          <a:p>
            <a:pPr indent="-304800" lvl="0" marL="342900" rtl="0" algn="l">
              <a:lnSpc>
                <a:spcPct val="107000"/>
              </a:lnSpc>
              <a:spcBef>
                <a:spcPts val="1000"/>
              </a:spcBef>
              <a:spcAft>
                <a:spcPts val="0"/>
              </a:spcAft>
              <a:buClr>
                <a:schemeClr val="dk2"/>
              </a:buClr>
              <a:buSzPts val="2400"/>
              <a:buFont typeface="Arial"/>
              <a:buAutoNum type="romanLcParenBoth"/>
            </a:pPr>
            <a:r>
              <a:rPr lang="en-IN">
                <a:latin typeface="Times New Roman"/>
                <a:ea typeface="Times New Roman"/>
                <a:cs typeface="Times New Roman"/>
                <a:sym typeface="Times New Roman"/>
              </a:rPr>
              <a:t>I _____ (get) the project if I prepare for the interview.</a:t>
            </a:r>
            <a:endParaRPr/>
          </a:p>
          <a:p>
            <a:pPr indent="-304800" lvl="0" marL="342900" rtl="0" algn="l">
              <a:lnSpc>
                <a:spcPct val="107000"/>
              </a:lnSpc>
              <a:spcBef>
                <a:spcPts val="1000"/>
              </a:spcBef>
              <a:spcAft>
                <a:spcPts val="0"/>
              </a:spcAft>
              <a:buClr>
                <a:schemeClr val="dk2"/>
              </a:buClr>
              <a:buSzPts val="2400"/>
              <a:buFont typeface="Arial"/>
              <a:buAutoNum type="romanLcParenBoth"/>
            </a:pPr>
            <a:r>
              <a:rPr lang="en-IN">
                <a:latin typeface="Times New Roman"/>
                <a:ea typeface="Times New Roman"/>
                <a:cs typeface="Times New Roman"/>
                <a:sym typeface="Times New Roman"/>
              </a:rPr>
              <a:t> If I had time, I ____(attend) the workshop. </a:t>
            </a:r>
            <a:endParaRPr/>
          </a:p>
          <a:p>
            <a:pPr indent="-304800" lvl="0" marL="342900" rtl="0" algn="l">
              <a:lnSpc>
                <a:spcPct val="107000"/>
              </a:lnSpc>
              <a:spcBef>
                <a:spcPts val="1000"/>
              </a:spcBef>
              <a:spcAft>
                <a:spcPts val="0"/>
              </a:spcAft>
              <a:buClr>
                <a:schemeClr val="dk2"/>
              </a:buClr>
              <a:buSzPts val="2400"/>
              <a:buFont typeface="Arial"/>
              <a:buAutoNum type="romanLcParenBoth"/>
            </a:pPr>
            <a:r>
              <a:rPr lang="en-IN">
                <a:latin typeface="Times New Roman"/>
                <a:ea typeface="Times New Roman"/>
                <a:cs typeface="Times New Roman"/>
                <a:sym typeface="Times New Roman"/>
              </a:rPr>
              <a:t>If I leave early for office, I ___ (prefer) to take metro instead of cab. </a:t>
            </a:r>
            <a:endParaRPr/>
          </a:p>
          <a:p>
            <a:pPr indent="-304800" lvl="0" marL="342900" rtl="0" algn="l">
              <a:lnSpc>
                <a:spcPct val="107000"/>
              </a:lnSpc>
              <a:spcBef>
                <a:spcPts val="1000"/>
              </a:spcBef>
              <a:spcAft>
                <a:spcPts val="0"/>
              </a:spcAft>
              <a:buClr>
                <a:schemeClr val="dk2"/>
              </a:buClr>
              <a:buSzPts val="2400"/>
              <a:buFont typeface="Arial"/>
              <a:buAutoNum type="romanLcParenBoth"/>
            </a:pPr>
            <a:r>
              <a:rPr lang="en-IN">
                <a:latin typeface="Times New Roman"/>
                <a:ea typeface="Times New Roman"/>
                <a:cs typeface="Times New Roman"/>
                <a:sym typeface="Times New Roman"/>
              </a:rPr>
              <a:t> Had I realised my mistake earlier, I _____(apologise) immediately. </a:t>
            </a:r>
            <a:endParaRPr/>
          </a:p>
          <a:p>
            <a:pPr indent="-152400" lvl="0" marL="342900" rtl="0" algn="l">
              <a:lnSpc>
                <a:spcPct val="107000"/>
              </a:lnSpc>
              <a:spcBef>
                <a:spcPts val="1000"/>
              </a:spcBef>
              <a:spcAft>
                <a:spcPts val="0"/>
              </a:spcAft>
              <a:buClr>
                <a:schemeClr val="dk2"/>
              </a:buClr>
              <a:buSzPts val="3000"/>
              <a:buFont typeface="Arial"/>
              <a:buNone/>
            </a:pPr>
            <a:r>
              <a:t/>
            </a:r>
            <a:endParaRPr>
              <a:latin typeface="Times New Roman"/>
              <a:ea typeface="Times New Roman"/>
              <a:cs typeface="Times New Roman"/>
              <a:sym typeface="Times New Roman"/>
            </a:endParaRPr>
          </a:p>
          <a:p>
            <a:pPr indent="-152400" lvl="0" marL="342900" rtl="0" algn="l">
              <a:lnSpc>
                <a:spcPct val="107000"/>
              </a:lnSpc>
              <a:spcBef>
                <a:spcPts val="1000"/>
              </a:spcBef>
              <a:spcAft>
                <a:spcPts val="1600"/>
              </a:spcAft>
              <a:buClr>
                <a:schemeClr val="dk2"/>
              </a:buClr>
              <a:buSzPts val="3000"/>
              <a:buFont typeface="Arial"/>
              <a:buNone/>
            </a:pPr>
            <a:r>
              <a:t/>
            </a:r>
            <a:endParaRPr>
              <a:latin typeface="Times New Roman"/>
              <a:ea typeface="Times New Roman"/>
              <a:cs typeface="Times New Roman"/>
              <a:sym typeface="Times New Roman"/>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21"/>
          <p:cNvSpPr txBox="1"/>
          <p:nvPr>
            <p:ph type="title"/>
          </p:nvPr>
        </p:nvSpPr>
        <p:spPr>
          <a:xfrm>
            <a:off x="3785493" y="2751483"/>
            <a:ext cx="4621011" cy="1355033"/>
          </a:xfrm>
          <a:prstGeom prst="rect">
            <a:avLst/>
          </a:prstGeom>
          <a:solidFill>
            <a:srgbClr val="C9ABE3"/>
          </a:solidFill>
          <a:ln cap="flat" cmpd="sng" w="9525">
            <a:solidFill>
              <a:srgbClr val="002060"/>
            </a:solidFill>
            <a:prstDash val="solid"/>
            <a:round/>
            <a:headEnd len="sm" w="sm" type="none"/>
            <a:tailEnd len="sm" w="sm" type="none"/>
          </a:ln>
        </p:spPr>
        <p:txBody>
          <a:bodyPr anchorCtr="0" anchor="b" bIns="45700" lIns="91425" spcFirstLastPara="1" rIns="91425" wrap="square" tIns="45700">
            <a:noAutofit/>
          </a:bodyPr>
          <a:lstStyle/>
          <a:p>
            <a:pPr indent="0" lvl="0" marL="0" rtl="0" algn="ctr">
              <a:lnSpc>
                <a:spcPct val="110000"/>
              </a:lnSpc>
              <a:spcBef>
                <a:spcPts val="0"/>
              </a:spcBef>
              <a:spcAft>
                <a:spcPts val="0"/>
              </a:spcAft>
              <a:buClr>
                <a:schemeClr val="dk2"/>
              </a:buClr>
              <a:buSzPts val="8000"/>
              <a:buFont typeface="Bell MT"/>
              <a:buNone/>
            </a:pPr>
            <a:r>
              <a:rPr b="1" lang="en-IN" sz="8000">
                <a:latin typeface="Bell MT"/>
                <a:ea typeface="Bell MT"/>
                <a:cs typeface="Bell MT"/>
                <a:sym typeface="Bell MT"/>
              </a:rPr>
              <a:t>Answers</a:t>
            </a:r>
            <a:endParaRPr/>
          </a:p>
        </p:txBody>
      </p:sp>
      <p:sp>
        <p:nvSpPr>
          <p:cNvPr id="202" name="Google Shape;202;p21"/>
          <p:cNvSpPr txBox="1"/>
          <p:nvPr>
            <p:ph idx="1" type="body"/>
          </p:nvPr>
        </p:nvSpPr>
        <p:spPr>
          <a:xfrm>
            <a:off x="221226" y="815008"/>
            <a:ext cx="11749547" cy="5944669"/>
          </a:xfrm>
          <a:prstGeom prst="rect">
            <a:avLst/>
          </a:prstGeom>
          <a:noFill/>
          <a:ln>
            <a:noFill/>
          </a:ln>
        </p:spPr>
        <p:txBody>
          <a:bodyPr anchorCtr="0" anchor="t" bIns="45700" lIns="91425" spcFirstLastPara="1" rIns="91425" wrap="square" tIns="45700">
            <a:noAutofit/>
          </a:bodyPr>
          <a:lstStyle/>
          <a:p>
            <a:pPr indent="-203200" lvl="0" marL="342900" rtl="0" algn="l">
              <a:lnSpc>
                <a:spcPct val="107000"/>
              </a:lnSpc>
              <a:spcBef>
                <a:spcPts val="0"/>
              </a:spcBef>
              <a:spcAft>
                <a:spcPts val="0"/>
              </a:spcAft>
              <a:buClr>
                <a:schemeClr val="dk2"/>
              </a:buClr>
              <a:buSzPts val="2200"/>
              <a:buFont typeface="Arial"/>
              <a:buNone/>
            </a:pPr>
            <a:r>
              <a:t/>
            </a:r>
            <a:endParaRPr b="1" sz="2200">
              <a:latin typeface="Times New Roman"/>
              <a:ea typeface="Times New Roman"/>
              <a:cs typeface="Times New Roman"/>
              <a:sym typeface="Times New Roman"/>
            </a:endParaRPr>
          </a:p>
          <a:p>
            <a:pPr indent="-203200" lvl="0" marL="342900" rtl="0" algn="l">
              <a:lnSpc>
                <a:spcPct val="107000"/>
              </a:lnSpc>
              <a:spcBef>
                <a:spcPts val="1000"/>
              </a:spcBef>
              <a:spcAft>
                <a:spcPts val="0"/>
              </a:spcAft>
              <a:buClr>
                <a:schemeClr val="dk2"/>
              </a:buClr>
              <a:buSzPts val="2200"/>
              <a:buFont typeface="Arial"/>
              <a:buNone/>
            </a:pPr>
            <a:r>
              <a:t/>
            </a:r>
            <a:endParaRPr sz="2200">
              <a:latin typeface="Arial"/>
              <a:ea typeface="Arial"/>
              <a:cs typeface="Arial"/>
              <a:sym typeface="Arial"/>
            </a:endParaRPr>
          </a:p>
          <a:p>
            <a:pPr indent="0" lvl="0" marL="685800" rtl="0" algn="l">
              <a:lnSpc>
                <a:spcPct val="107000"/>
              </a:lnSpc>
              <a:spcBef>
                <a:spcPts val="1000"/>
              </a:spcBef>
              <a:spcAft>
                <a:spcPts val="0"/>
              </a:spcAft>
              <a:buClr>
                <a:schemeClr val="dk2"/>
              </a:buClr>
              <a:buSzPts val="2200"/>
              <a:buFont typeface="Times New Roman"/>
              <a:buNone/>
            </a:pPr>
            <a:r>
              <a:rPr lang="en-IN" sz="2200">
                <a:latin typeface="Times New Roman"/>
                <a:ea typeface="Times New Roman"/>
                <a:cs typeface="Times New Roman"/>
                <a:sym typeface="Times New Roman"/>
              </a:rPr>
              <a:t> </a:t>
            </a:r>
            <a:endParaRPr sz="2200">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22"/>
          <p:cNvSpPr txBox="1"/>
          <p:nvPr>
            <p:ph idx="1" type="body"/>
          </p:nvPr>
        </p:nvSpPr>
        <p:spPr>
          <a:xfrm>
            <a:off x="487200" y="633350"/>
            <a:ext cx="11483400" cy="6126600"/>
          </a:xfrm>
          <a:prstGeom prst="rect">
            <a:avLst/>
          </a:prstGeom>
          <a:noFill/>
          <a:ln>
            <a:noFill/>
          </a:ln>
        </p:spPr>
        <p:txBody>
          <a:bodyPr anchorCtr="0" anchor="t" bIns="45700" lIns="91425" spcFirstLastPara="1" rIns="91425" wrap="square" tIns="45700">
            <a:noAutofit/>
          </a:bodyPr>
          <a:lstStyle/>
          <a:p>
            <a:pPr indent="-476250" lvl="0" marL="514350" rtl="0" algn="l">
              <a:lnSpc>
                <a:spcPct val="107000"/>
              </a:lnSpc>
              <a:spcBef>
                <a:spcPts val="0"/>
              </a:spcBef>
              <a:spcAft>
                <a:spcPts val="0"/>
              </a:spcAft>
              <a:buClr>
                <a:schemeClr val="dk2"/>
              </a:buClr>
              <a:buSzPts val="2400"/>
              <a:buFont typeface="Times New Roman"/>
              <a:buAutoNum type="arabicPeriod"/>
            </a:pPr>
            <a:r>
              <a:rPr b="1" lang="en-IN">
                <a:latin typeface="Times New Roman"/>
                <a:ea typeface="Times New Roman"/>
                <a:cs typeface="Times New Roman"/>
                <a:sym typeface="Times New Roman"/>
              </a:rPr>
              <a:t>Fill in the blanks to complete the conditional sentences</a:t>
            </a:r>
            <a:endParaRPr b="1">
              <a:latin typeface="Times New Roman"/>
              <a:ea typeface="Times New Roman"/>
              <a:cs typeface="Times New Roman"/>
              <a:sym typeface="Times New Roman"/>
            </a:endParaRPr>
          </a:p>
          <a:p>
            <a:pPr indent="-304800" lvl="0" marL="342900" rtl="0" algn="l">
              <a:lnSpc>
                <a:spcPct val="107000"/>
              </a:lnSpc>
              <a:spcBef>
                <a:spcPts val="1000"/>
              </a:spcBef>
              <a:spcAft>
                <a:spcPts val="0"/>
              </a:spcAft>
              <a:buClr>
                <a:schemeClr val="dk2"/>
              </a:buClr>
              <a:buSzPts val="2400"/>
              <a:buFont typeface="Arial"/>
              <a:buAutoNum type="romanLcParenBoth"/>
            </a:pPr>
            <a:r>
              <a:rPr lang="en-IN">
                <a:latin typeface="Times New Roman"/>
                <a:ea typeface="Times New Roman"/>
                <a:cs typeface="Times New Roman"/>
                <a:sym typeface="Times New Roman"/>
              </a:rPr>
              <a:t>If I hadn't been ill, I </a:t>
            </a:r>
            <a:r>
              <a:rPr b="1" lang="en-IN">
                <a:solidFill>
                  <a:srgbClr val="C00000"/>
                </a:solidFill>
                <a:latin typeface="Times New Roman"/>
                <a:ea typeface="Times New Roman"/>
                <a:cs typeface="Times New Roman"/>
                <a:sym typeface="Times New Roman"/>
              </a:rPr>
              <a:t>would have</a:t>
            </a:r>
            <a:r>
              <a:rPr lang="en-IN">
                <a:solidFill>
                  <a:srgbClr val="C00000"/>
                </a:solidFill>
                <a:latin typeface="Times New Roman"/>
                <a:ea typeface="Times New Roman"/>
                <a:cs typeface="Times New Roman"/>
                <a:sym typeface="Times New Roman"/>
              </a:rPr>
              <a:t> </a:t>
            </a:r>
            <a:r>
              <a:rPr lang="en-IN">
                <a:latin typeface="Times New Roman"/>
                <a:ea typeface="Times New Roman"/>
                <a:cs typeface="Times New Roman"/>
                <a:sym typeface="Times New Roman"/>
              </a:rPr>
              <a:t>gone to the party.</a:t>
            </a:r>
            <a:endParaRPr/>
          </a:p>
          <a:p>
            <a:pPr indent="-304800" lvl="0" marL="342900" rtl="0" algn="l">
              <a:lnSpc>
                <a:spcPct val="107000"/>
              </a:lnSpc>
              <a:spcBef>
                <a:spcPts val="1000"/>
              </a:spcBef>
              <a:spcAft>
                <a:spcPts val="0"/>
              </a:spcAft>
              <a:buClr>
                <a:schemeClr val="dk2"/>
              </a:buClr>
              <a:buSzPts val="2400"/>
              <a:buFont typeface="Arial"/>
              <a:buAutoNum type="romanLcParenBoth"/>
            </a:pPr>
            <a:r>
              <a:rPr lang="en-IN">
                <a:latin typeface="Times New Roman"/>
                <a:ea typeface="Times New Roman"/>
                <a:cs typeface="Times New Roman"/>
                <a:sym typeface="Times New Roman"/>
              </a:rPr>
              <a:t>If I had planted seeds in spring, I </a:t>
            </a:r>
            <a:r>
              <a:rPr b="1" lang="en-IN">
                <a:solidFill>
                  <a:srgbClr val="C00000"/>
                </a:solidFill>
                <a:latin typeface="Times New Roman"/>
                <a:ea typeface="Times New Roman"/>
                <a:cs typeface="Times New Roman"/>
                <a:sym typeface="Times New Roman"/>
              </a:rPr>
              <a:t>would have </a:t>
            </a:r>
            <a:r>
              <a:rPr lang="en-IN">
                <a:latin typeface="Times New Roman"/>
                <a:ea typeface="Times New Roman"/>
                <a:cs typeface="Times New Roman"/>
                <a:sym typeface="Times New Roman"/>
              </a:rPr>
              <a:t>tomatoes now</a:t>
            </a:r>
            <a:endParaRPr/>
          </a:p>
          <a:p>
            <a:pPr indent="-304800" lvl="0" marL="342900" rtl="0" algn="l">
              <a:lnSpc>
                <a:spcPct val="107000"/>
              </a:lnSpc>
              <a:spcBef>
                <a:spcPts val="1000"/>
              </a:spcBef>
              <a:spcAft>
                <a:spcPts val="0"/>
              </a:spcAft>
              <a:buClr>
                <a:schemeClr val="dk2"/>
              </a:buClr>
              <a:buSzPts val="2400"/>
              <a:buFont typeface="Arial"/>
              <a:buAutoNum type="romanLcParenBoth"/>
            </a:pPr>
            <a:r>
              <a:rPr lang="en-IN">
                <a:latin typeface="Times New Roman"/>
                <a:ea typeface="Times New Roman"/>
                <a:cs typeface="Times New Roman"/>
                <a:sym typeface="Times New Roman"/>
              </a:rPr>
              <a:t>My mum would be fine now if the doctor </a:t>
            </a:r>
            <a:r>
              <a:rPr b="1" lang="en-IN">
                <a:solidFill>
                  <a:srgbClr val="C00000"/>
                </a:solidFill>
                <a:latin typeface="Times New Roman"/>
                <a:ea typeface="Times New Roman"/>
                <a:cs typeface="Times New Roman"/>
                <a:sym typeface="Times New Roman"/>
              </a:rPr>
              <a:t>knew</a:t>
            </a:r>
            <a:r>
              <a:rPr b="1" lang="en-IN">
                <a:latin typeface="Times New Roman"/>
                <a:ea typeface="Times New Roman"/>
                <a:cs typeface="Times New Roman"/>
                <a:sym typeface="Times New Roman"/>
              </a:rPr>
              <a:t> </a:t>
            </a:r>
            <a:r>
              <a:rPr lang="en-IN">
                <a:latin typeface="Times New Roman"/>
                <a:ea typeface="Times New Roman"/>
                <a:cs typeface="Times New Roman"/>
                <a:sym typeface="Times New Roman"/>
              </a:rPr>
              <a:t>what was wrong with her at the beginning.</a:t>
            </a:r>
            <a:endParaRPr/>
          </a:p>
          <a:p>
            <a:pPr indent="-304800" lvl="0" marL="342900" rtl="0" algn="l">
              <a:lnSpc>
                <a:spcPct val="107000"/>
              </a:lnSpc>
              <a:spcBef>
                <a:spcPts val="1000"/>
              </a:spcBef>
              <a:spcAft>
                <a:spcPts val="0"/>
              </a:spcAft>
              <a:buClr>
                <a:schemeClr val="dk2"/>
              </a:buClr>
              <a:buSzPts val="2400"/>
              <a:buFont typeface="Arial"/>
              <a:buAutoNum type="romanLcParenBoth"/>
            </a:pPr>
            <a:r>
              <a:rPr lang="en-IN">
                <a:latin typeface="Times New Roman"/>
                <a:ea typeface="Times New Roman"/>
                <a:cs typeface="Times New Roman"/>
                <a:sym typeface="Times New Roman"/>
              </a:rPr>
              <a:t>If I </a:t>
            </a:r>
            <a:r>
              <a:rPr b="1" lang="en-IN">
                <a:solidFill>
                  <a:srgbClr val="C00000"/>
                </a:solidFill>
                <a:latin typeface="Times New Roman"/>
                <a:ea typeface="Times New Roman"/>
                <a:cs typeface="Times New Roman"/>
                <a:sym typeface="Times New Roman"/>
              </a:rPr>
              <a:t>were </a:t>
            </a:r>
            <a:r>
              <a:rPr lang="en-IN">
                <a:latin typeface="Times New Roman"/>
                <a:ea typeface="Times New Roman"/>
                <a:cs typeface="Times New Roman"/>
                <a:sym typeface="Times New Roman"/>
              </a:rPr>
              <a:t>him, I wouldn't quit my job until I found another.</a:t>
            </a:r>
            <a:endParaRPr/>
          </a:p>
          <a:p>
            <a:pPr indent="-304800" lvl="0" marL="342900" rtl="0" algn="l">
              <a:lnSpc>
                <a:spcPct val="107000"/>
              </a:lnSpc>
              <a:spcBef>
                <a:spcPts val="1000"/>
              </a:spcBef>
              <a:spcAft>
                <a:spcPts val="0"/>
              </a:spcAft>
              <a:buClr>
                <a:schemeClr val="dk2"/>
              </a:buClr>
              <a:buSzPts val="2400"/>
              <a:buFont typeface="Arial"/>
              <a:buAutoNum type="romanLcParenBoth"/>
            </a:pPr>
            <a:r>
              <a:rPr lang="en-IN">
                <a:latin typeface="Times New Roman"/>
                <a:ea typeface="Times New Roman"/>
                <a:cs typeface="Times New Roman"/>
                <a:sym typeface="Times New Roman"/>
              </a:rPr>
              <a:t>I </a:t>
            </a:r>
            <a:r>
              <a:rPr b="1" lang="en-IN">
                <a:solidFill>
                  <a:srgbClr val="C00000"/>
                </a:solidFill>
                <a:latin typeface="Times New Roman"/>
                <a:ea typeface="Times New Roman"/>
                <a:cs typeface="Times New Roman"/>
                <a:sym typeface="Times New Roman"/>
              </a:rPr>
              <a:t>will get</a:t>
            </a:r>
            <a:r>
              <a:rPr lang="en-IN">
                <a:solidFill>
                  <a:srgbClr val="C00000"/>
                </a:solidFill>
                <a:latin typeface="Times New Roman"/>
                <a:ea typeface="Times New Roman"/>
                <a:cs typeface="Times New Roman"/>
                <a:sym typeface="Times New Roman"/>
              </a:rPr>
              <a:t> </a:t>
            </a:r>
            <a:r>
              <a:rPr lang="en-IN">
                <a:latin typeface="Times New Roman"/>
                <a:ea typeface="Times New Roman"/>
                <a:cs typeface="Times New Roman"/>
                <a:sym typeface="Times New Roman"/>
              </a:rPr>
              <a:t>the project if I prepare for the interview.</a:t>
            </a:r>
            <a:endParaRPr/>
          </a:p>
          <a:p>
            <a:pPr indent="-304800" lvl="0" marL="342900" rtl="0" algn="l">
              <a:lnSpc>
                <a:spcPct val="107000"/>
              </a:lnSpc>
              <a:spcBef>
                <a:spcPts val="1000"/>
              </a:spcBef>
              <a:spcAft>
                <a:spcPts val="0"/>
              </a:spcAft>
              <a:buClr>
                <a:schemeClr val="dk2"/>
              </a:buClr>
              <a:buSzPts val="2400"/>
              <a:buFont typeface="Arial"/>
              <a:buAutoNum type="romanLcParenBoth"/>
            </a:pPr>
            <a:r>
              <a:rPr lang="en-IN">
                <a:latin typeface="Times New Roman"/>
                <a:ea typeface="Times New Roman"/>
                <a:cs typeface="Times New Roman"/>
                <a:sym typeface="Times New Roman"/>
              </a:rPr>
              <a:t>If I had time, I </a:t>
            </a:r>
            <a:r>
              <a:rPr b="1" lang="en-IN">
                <a:solidFill>
                  <a:srgbClr val="C00000"/>
                </a:solidFill>
                <a:latin typeface="Times New Roman"/>
                <a:ea typeface="Times New Roman"/>
                <a:cs typeface="Times New Roman"/>
                <a:sym typeface="Times New Roman"/>
              </a:rPr>
              <a:t>would attend </a:t>
            </a:r>
            <a:r>
              <a:rPr lang="en-IN">
                <a:solidFill>
                  <a:schemeClr val="dk1"/>
                </a:solidFill>
                <a:latin typeface="Times New Roman"/>
                <a:ea typeface="Times New Roman"/>
                <a:cs typeface="Times New Roman"/>
                <a:sym typeface="Times New Roman"/>
              </a:rPr>
              <a:t>the workshop. </a:t>
            </a:r>
            <a:endParaRPr>
              <a:solidFill>
                <a:srgbClr val="C00000"/>
              </a:solidFill>
              <a:latin typeface="Times New Roman"/>
              <a:ea typeface="Times New Roman"/>
              <a:cs typeface="Times New Roman"/>
              <a:sym typeface="Times New Roman"/>
            </a:endParaRPr>
          </a:p>
          <a:p>
            <a:pPr indent="-304800" lvl="0" marL="342900" rtl="0" algn="l">
              <a:lnSpc>
                <a:spcPct val="107000"/>
              </a:lnSpc>
              <a:spcBef>
                <a:spcPts val="1000"/>
              </a:spcBef>
              <a:spcAft>
                <a:spcPts val="0"/>
              </a:spcAft>
              <a:buClr>
                <a:schemeClr val="dk1"/>
              </a:buClr>
              <a:buSzPts val="2400"/>
              <a:buFont typeface="Arial"/>
              <a:buAutoNum type="romanLcParenBoth"/>
            </a:pPr>
            <a:r>
              <a:rPr lang="en-IN">
                <a:solidFill>
                  <a:schemeClr val="dk1"/>
                </a:solidFill>
                <a:latin typeface="Times New Roman"/>
                <a:ea typeface="Times New Roman"/>
                <a:cs typeface="Times New Roman"/>
                <a:sym typeface="Times New Roman"/>
              </a:rPr>
              <a:t> If I leave early for office, I </a:t>
            </a:r>
            <a:r>
              <a:rPr b="1" lang="en-IN">
                <a:solidFill>
                  <a:srgbClr val="C00000"/>
                </a:solidFill>
                <a:latin typeface="Times New Roman"/>
                <a:ea typeface="Times New Roman"/>
                <a:cs typeface="Times New Roman"/>
                <a:sym typeface="Times New Roman"/>
              </a:rPr>
              <a:t>prefer</a:t>
            </a:r>
            <a:r>
              <a:rPr lang="en-IN">
                <a:solidFill>
                  <a:schemeClr val="dk1"/>
                </a:solidFill>
                <a:latin typeface="Times New Roman"/>
                <a:ea typeface="Times New Roman"/>
                <a:cs typeface="Times New Roman"/>
                <a:sym typeface="Times New Roman"/>
              </a:rPr>
              <a:t> to take metro instead of cab. </a:t>
            </a:r>
            <a:endParaRPr/>
          </a:p>
          <a:p>
            <a:pPr indent="-304800" lvl="0" marL="342900" rtl="0" algn="l">
              <a:lnSpc>
                <a:spcPct val="107000"/>
              </a:lnSpc>
              <a:spcBef>
                <a:spcPts val="1000"/>
              </a:spcBef>
              <a:spcAft>
                <a:spcPts val="0"/>
              </a:spcAft>
              <a:buClr>
                <a:schemeClr val="dk1"/>
              </a:buClr>
              <a:buSzPts val="2400"/>
              <a:buFont typeface="Arial"/>
              <a:buAutoNum type="romanLcParenBoth"/>
            </a:pPr>
            <a:r>
              <a:rPr lang="en-IN">
                <a:solidFill>
                  <a:schemeClr val="dk1"/>
                </a:solidFill>
                <a:latin typeface="Times New Roman"/>
                <a:ea typeface="Times New Roman"/>
                <a:cs typeface="Times New Roman"/>
                <a:sym typeface="Times New Roman"/>
              </a:rPr>
              <a:t>Had I realised my mistake earlier, I </a:t>
            </a:r>
            <a:r>
              <a:rPr b="1" lang="en-IN">
                <a:solidFill>
                  <a:srgbClr val="C00000"/>
                </a:solidFill>
                <a:latin typeface="Times New Roman"/>
                <a:ea typeface="Times New Roman"/>
                <a:cs typeface="Times New Roman"/>
                <a:sym typeface="Times New Roman"/>
              </a:rPr>
              <a:t>would have apologised </a:t>
            </a:r>
            <a:r>
              <a:rPr lang="en-IN">
                <a:solidFill>
                  <a:schemeClr val="dk1"/>
                </a:solidFill>
                <a:latin typeface="Times New Roman"/>
                <a:ea typeface="Times New Roman"/>
                <a:cs typeface="Times New Roman"/>
                <a:sym typeface="Times New Roman"/>
              </a:rPr>
              <a:t>immediately. </a:t>
            </a:r>
            <a:endParaRPr/>
          </a:p>
          <a:p>
            <a:pPr indent="-152400" lvl="0" marL="342900" rtl="0" algn="l">
              <a:lnSpc>
                <a:spcPct val="107000"/>
              </a:lnSpc>
              <a:spcBef>
                <a:spcPts val="1000"/>
              </a:spcBef>
              <a:spcAft>
                <a:spcPts val="1600"/>
              </a:spcAft>
              <a:buClr>
                <a:schemeClr val="dk2"/>
              </a:buClr>
              <a:buSzPts val="3000"/>
              <a:buFont typeface="Arial"/>
              <a:buNone/>
            </a:pPr>
            <a:r>
              <a:t/>
            </a:r>
            <a:endParaRPr>
              <a:solidFill>
                <a:schemeClr val="dk1"/>
              </a:solidFill>
              <a:latin typeface="Times New Roman"/>
              <a:ea typeface="Times New Roman"/>
              <a:cs typeface="Times New Roman"/>
              <a:sym typeface="Times New Roman"/>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23"/>
          <p:cNvSpPr txBox="1"/>
          <p:nvPr>
            <p:ph type="title"/>
          </p:nvPr>
        </p:nvSpPr>
        <p:spPr>
          <a:xfrm>
            <a:off x="3343639" y="2487561"/>
            <a:ext cx="5751199" cy="1560871"/>
          </a:xfrm>
          <a:prstGeom prst="rect">
            <a:avLst/>
          </a:prstGeom>
          <a:solidFill>
            <a:srgbClr val="DCF1E7"/>
          </a:solidFill>
          <a:ln cap="flat" cmpd="sng" w="9525">
            <a:solidFill>
              <a:srgbClr val="002060"/>
            </a:solidFill>
            <a:prstDash val="solid"/>
            <a:round/>
            <a:headEnd len="sm" w="sm" type="none"/>
            <a:tailEnd len="sm" w="sm" type="none"/>
          </a:ln>
        </p:spPr>
        <p:txBody>
          <a:bodyPr anchorCtr="0" anchor="b" bIns="45700" lIns="91425" spcFirstLastPara="1" rIns="91425" wrap="square" tIns="45700">
            <a:noAutofit/>
          </a:bodyPr>
          <a:lstStyle/>
          <a:p>
            <a:pPr indent="0" lvl="0" marL="0" rtl="0" algn="ctr">
              <a:lnSpc>
                <a:spcPct val="110000"/>
              </a:lnSpc>
              <a:spcBef>
                <a:spcPts val="0"/>
              </a:spcBef>
              <a:spcAft>
                <a:spcPts val="0"/>
              </a:spcAft>
              <a:buClr>
                <a:schemeClr val="dk2"/>
              </a:buClr>
              <a:buSzPts val="6000"/>
              <a:buFont typeface="Bell MT"/>
              <a:buNone/>
            </a:pPr>
            <a:r>
              <a:rPr b="1" lang="en-IN" sz="4000">
                <a:latin typeface="Bell MT"/>
                <a:ea typeface="Bell MT"/>
                <a:cs typeface="Bell MT"/>
                <a:sym typeface="Bell MT"/>
              </a:rPr>
              <a:t>CORRECTION OF SENTENCES</a:t>
            </a:r>
            <a:endParaRPr b="1" sz="4000">
              <a:latin typeface="Bell MT"/>
              <a:ea typeface="Bell MT"/>
              <a:cs typeface="Bell MT"/>
              <a:sym typeface="Bell MT"/>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24"/>
          <p:cNvSpPr txBox="1"/>
          <p:nvPr>
            <p:ph idx="1" type="body"/>
          </p:nvPr>
        </p:nvSpPr>
        <p:spPr>
          <a:xfrm>
            <a:off x="135193" y="98323"/>
            <a:ext cx="11921613" cy="6759677"/>
          </a:xfrm>
          <a:prstGeom prst="rect">
            <a:avLst/>
          </a:prstGeom>
          <a:noFill/>
          <a:ln>
            <a:noFill/>
          </a:ln>
        </p:spPr>
        <p:txBody>
          <a:bodyPr anchorCtr="0" anchor="t" bIns="45700" lIns="91425" spcFirstLastPara="1" rIns="91425" wrap="square" tIns="45700">
            <a:noAutofit/>
          </a:bodyPr>
          <a:lstStyle/>
          <a:p>
            <a:pPr indent="-342900" lvl="0" marL="342900" rtl="0" algn="l">
              <a:lnSpc>
                <a:spcPct val="107000"/>
              </a:lnSpc>
              <a:spcBef>
                <a:spcPts val="1000"/>
              </a:spcBef>
              <a:spcAft>
                <a:spcPts val="0"/>
              </a:spcAft>
              <a:buSzPts val="1800"/>
              <a:buFont typeface="Arial"/>
              <a:buAutoNum type="arabicPeriod"/>
            </a:pPr>
            <a:r>
              <a:rPr b="1" lang="en-IN" sz="1600">
                <a:latin typeface="Times New Roman"/>
                <a:ea typeface="Times New Roman"/>
                <a:cs typeface="Times New Roman"/>
                <a:sym typeface="Times New Roman"/>
              </a:rPr>
              <a:t>Identify the error(s) in the following sentences and rewrite the correct sentences</a:t>
            </a:r>
            <a:endParaRPr/>
          </a:p>
          <a:p>
            <a:pPr indent="-400049" lvl="2" marL="674370" rtl="0" algn="l">
              <a:lnSpc>
                <a:spcPct val="100000"/>
              </a:lnSpc>
              <a:spcBef>
                <a:spcPts val="2400"/>
              </a:spcBef>
              <a:spcAft>
                <a:spcPts val="0"/>
              </a:spcAft>
              <a:buSzPts val="1800"/>
              <a:buFont typeface="Arial"/>
              <a:buAutoNum type="romanLcPeriod"/>
            </a:pPr>
            <a:r>
              <a:rPr lang="en-IN" sz="1800">
                <a:latin typeface="Times New Roman"/>
                <a:ea typeface="Times New Roman"/>
                <a:cs typeface="Times New Roman"/>
                <a:sym typeface="Times New Roman"/>
              </a:rPr>
              <a:t>We decided to go to the south of France in a small village called Le Grau-du-Roi (</a:t>
            </a:r>
            <a:r>
              <a:rPr b="1" lang="en-IN" sz="1800">
                <a:latin typeface="Times New Roman"/>
                <a:ea typeface="Times New Roman"/>
                <a:cs typeface="Times New Roman"/>
                <a:sym typeface="Times New Roman"/>
              </a:rPr>
              <a:t>Error related to preposition)</a:t>
            </a:r>
            <a:endParaRPr/>
          </a:p>
          <a:p>
            <a:pPr indent="-285749" lvl="4" marL="834389" rtl="0" algn="l">
              <a:lnSpc>
                <a:spcPct val="100000"/>
              </a:lnSpc>
              <a:spcBef>
                <a:spcPts val="2400"/>
              </a:spcBef>
              <a:spcAft>
                <a:spcPts val="0"/>
              </a:spcAft>
              <a:buSzPts val="1800"/>
              <a:buFont typeface="Arial"/>
              <a:buChar char="•"/>
            </a:pPr>
            <a:r>
              <a:rPr lang="en-IN" sz="1800">
                <a:latin typeface="Times New Roman"/>
                <a:ea typeface="Times New Roman"/>
                <a:cs typeface="Times New Roman"/>
                <a:sym typeface="Times New Roman"/>
              </a:rPr>
              <a:t>In : used to specify a general location (no movement) : I live </a:t>
            </a:r>
            <a:r>
              <a:rPr b="1" lang="en-IN" sz="1800">
                <a:latin typeface="Times New Roman"/>
                <a:ea typeface="Times New Roman"/>
                <a:cs typeface="Times New Roman"/>
                <a:sym typeface="Times New Roman"/>
              </a:rPr>
              <a:t>in</a:t>
            </a:r>
            <a:r>
              <a:rPr lang="en-IN" sz="1800">
                <a:latin typeface="Times New Roman"/>
                <a:ea typeface="Times New Roman"/>
                <a:cs typeface="Times New Roman"/>
                <a:sym typeface="Times New Roman"/>
              </a:rPr>
              <a:t> a small village called Le Grau-du-Roi</a:t>
            </a:r>
            <a:endParaRPr/>
          </a:p>
          <a:p>
            <a:pPr indent="-285749" lvl="4" marL="834389" rtl="0" algn="l">
              <a:lnSpc>
                <a:spcPct val="100000"/>
              </a:lnSpc>
              <a:spcBef>
                <a:spcPts val="2400"/>
              </a:spcBef>
              <a:spcAft>
                <a:spcPts val="0"/>
              </a:spcAft>
              <a:buSzPts val="1800"/>
              <a:buFont typeface="Arial"/>
              <a:buChar char="•"/>
            </a:pPr>
            <a:r>
              <a:rPr lang="en-IN" sz="1800">
                <a:latin typeface="Times New Roman"/>
                <a:ea typeface="Times New Roman"/>
                <a:cs typeface="Times New Roman"/>
                <a:sym typeface="Times New Roman"/>
              </a:rPr>
              <a:t>To: Used in case of movement towards a specific direction/ point/ place/ position, etc.</a:t>
            </a:r>
            <a:endParaRPr/>
          </a:p>
          <a:p>
            <a:pPr indent="-400049" lvl="2" marL="674370" rtl="0" algn="l">
              <a:lnSpc>
                <a:spcPct val="100000"/>
              </a:lnSpc>
              <a:spcBef>
                <a:spcPts val="2400"/>
              </a:spcBef>
              <a:spcAft>
                <a:spcPts val="0"/>
              </a:spcAft>
              <a:buSzPts val="1800"/>
              <a:buFont typeface="Arial"/>
              <a:buAutoNum type="romanLcPeriod"/>
            </a:pPr>
            <a:r>
              <a:rPr lang="en-IN" sz="1800">
                <a:latin typeface="Times New Roman"/>
                <a:ea typeface="Times New Roman"/>
                <a:cs typeface="Times New Roman"/>
                <a:sym typeface="Times New Roman"/>
              </a:rPr>
              <a:t>The grand marshal gave his councel to whoever sought it </a:t>
            </a:r>
            <a:r>
              <a:rPr b="1" lang="en-IN" sz="1800">
                <a:latin typeface="Times New Roman"/>
                <a:ea typeface="Times New Roman"/>
                <a:cs typeface="Times New Roman"/>
                <a:sym typeface="Times New Roman"/>
              </a:rPr>
              <a:t>(error related to spelling)</a:t>
            </a:r>
            <a:endParaRPr/>
          </a:p>
          <a:p>
            <a:pPr indent="-285749" lvl="4" marL="834389" rtl="0" algn="l">
              <a:lnSpc>
                <a:spcPct val="100000"/>
              </a:lnSpc>
              <a:spcBef>
                <a:spcPts val="2400"/>
              </a:spcBef>
              <a:spcAft>
                <a:spcPts val="0"/>
              </a:spcAft>
              <a:buSzPts val="1800"/>
              <a:buFont typeface="Arial"/>
              <a:buChar char="•"/>
            </a:pPr>
            <a:r>
              <a:rPr lang="en-IN" sz="1800">
                <a:latin typeface="Times New Roman"/>
                <a:ea typeface="Times New Roman"/>
                <a:cs typeface="Times New Roman"/>
                <a:sym typeface="Times New Roman"/>
              </a:rPr>
              <a:t>Embarasment/ embarrassment </a:t>
            </a:r>
            <a:endParaRPr/>
          </a:p>
          <a:p>
            <a:pPr indent="-285749" lvl="4" marL="834389" rtl="0" algn="l">
              <a:lnSpc>
                <a:spcPct val="100000"/>
              </a:lnSpc>
              <a:spcBef>
                <a:spcPts val="2400"/>
              </a:spcBef>
              <a:spcAft>
                <a:spcPts val="0"/>
              </a:spcAft>
              <a:buSzPts val="1800"/>
              <a:buFont typeface="Arial"/>
              <a:buChar char="•"/>
            </a:pPr>
            <a:r>
              <a:rPr lang="en-IN" sz="1800">
                <a:latin typeface="Times New Roman"/>
                <a:ea typeface="Times New Roman"/>
                <a:cs typeface="Times New Roman"/>
                <a:sym typeface="Times New Roman"/>
              </a:rPr>
              <a:t>Receive/ Receive</a:t>
            </a:r>
            <a:endParaRPr/>
          </a:p>
          <a:p>
            <a:pPr indent="-285749" lvl="4" marL="834389" rtl="0" algn="l">
              <a:lnSpc>
                <a:spcPct val="100000"/>
              </a:lnSpc>
              <a:spcBef>
                <a:spcPts val="2400"/>
              </a:spcBef>
              <a:spcAft>
                <a:spcPts val="0"/>
              </a:spcAft>
              <a:buSzPts val="1800"/>
              <a:buFont typeface="Arial"/>
              <a:buChar char="•"/>
            </a:pPr>
            <a:r>
              <a:rPr lang="en-IN" sz="1800">
                <a:latin typeface="Times New Roman"/>
                <a:ea typeface="Times New Roman"/>
                <a:cs typeface="Times New Roman"/>
                <a:sym typeface="Times New Roman"/>
              </a:rPr>
              <a:t>Their/ there/ they’re</a:t>
            </a:r>
            <a:endParaRPr/>
          </a:p>
          <a:p>
            <a:pPr indent="-400049" lvl="2" marL="674370" rtl="0" algn="l">
              <a:lnSpc>
                <a:spcPct val="100000"/>
              </a:lnSpc>
              <a:spcBef>
                <a:spcPts val="2400"/>
              </a:spcBef>
              <a:spcAft>
                <a:spcPts val="0"/>
              </a:spcAft>
              <a:buSzPts val="1800"/>
              <a:buFont typeface="Arial"/>
              <a:buAutoNum type="romanLcPeriod"/>
            </a:pPr>
            <a:r>
              <a:rPr lang="en-IN" sz="1800">
                <a:latin typeface="Times New Roman"/>
                <a:ea typeface="Times New Roman"/>
                <a:cs typeface="Times New Roman"/>
                <a:sym typeface="Times New Roman"/>
              </a:rPr>
              <a:t>Its easy to see the difference between she and I </a:t>
            </a:r>
            <a:r>
              <a:rPr b="1" lang="en-IN" sz="1800">
                <a:latin typeface="Times New Roman"/>
                <a:ea typeface="Times New Roman"/>
                <a:cs typeface="Times New Roman"/>
                <a:sym typeface="Times New Roman"/>
              </a:rPr>
              <a:t>(spelling error; error related to confusion between subject and object form of pronouns)</a:t>
            </a:r>
            <a:endParaRPr/>
          </a:p>
          <a:p>
            <a:pPr indent="-285749" lvl="4" marL="834389" rtl="0" algn="l">
              <a:lnSpc>
                <a:spcPct val="100000"/>
              </a:lnSpc>
              <a:spcBef>
                <a:spcPts val="2400"/>
              </a:spcBef>
              <a:spcAft>
                <a:spcPts val="0"/>
              </a:spcAft>
              <a:buSzPts val="1800"/>
              <a:buFont typeface="Arial"/>
              <a:buChar char="•"/>
            </a:pPr>
            <a:r>
              <a:rPr lang="en-IN" sz="1800">
                <a:latin typeface="Times New Roman"/>
                <a:ea typeface="Times New Roman"/>
                <a:cs typeface="Times New Roman"/>
                <a:sym typeface="Times New Roman"/>
              </a:rPr>
              <a:t>Subject form: She and I were invited to the party</a:t>
            </a:r>
            <a:endParaRPr sz="1800">
              <a:latin typeface="Times New Roman"/>
              <a:ea typeface="Times New Roman"/>
              <a:cs typeface="Times New Roman"/>
              <a:sym typeface="Times New Roman"/>
            </a:endParaRPr>
          </a:p>
          <a:p>
            <a:pPr indent="-285749" lvl="4" marL="834389" rtl="0" algn="l">
              <a:lnSpc>
                <a:spcPct val="100000"/>
              </a:lnSpc>
              <a:spcBef>
                <a:spcPts val="2400"/>
              </a:spcBef>
              <a:spcAft>
                <a:spcPts val="800"/>
              </a:spcAft>
              <a:buSzPts val="1800"/>
              <a:buFont typeface="Arial"/>
              <a:buChar char="•"/>
            </a:pPr>
            <a:r>
              <a:rPr lang="en-IN" sz="1800">
                <a:latin typeface="Times New Roman"/>
                <a:ea typeface="Times New Roman"/>
                <a:cs typeface="Times New Roman"/>
                <a:sym typeface="Times New Roman"/>
              </a:rPr>
              <a:t>Object form: They invited her and me to the party. </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25"/>
          <p:cNvSpPr txBox="1"/>
          <p:nvPr>
            <p:ph idx="1" type="body"/>
          </p:nvPr>
        </p:nvSpPr>
        <p:spPr>
          <a:xfrm>
            <a:off x="135193" y="0"/>
            <a:ext cx="11921613" cy="6858000"/>
          </a:xfrm>
          <a:prstGeom prst="rect">
            <a:avLst/>
          </a:prstGeom>
          <a:noFill/>
          <a:ln>
            <a:noFill/>
          </a:ln>
        </p:spPr>
        <p:txBody>
          <a:bodyPr anchorCtr="0" anchor="t" bIns="45700" lIns="91425" spcFirstLastPara="1" rIns="91425" wrap="square" tIns="45700">
            <a:noAutofit/>
          </a:bodyPr>
          <a:lstStyle/>
          <a:p>
            <a:pPr indent="-400049" lvl="2" marL="674370" rtl="0" algn="l">
              <a:lnSpc>
                <a:spcPct val="107000"/>
              </a:lnSpc>
              <a:spcBef>
                <a:spcPts val="1600"/>
              </a:spcBef>
              <a:spcAft>
                <a:spcPts val="0"/>
              </a:spcAft>
              <a:buSzPts val="1800"/>
              <a:buFont typeface="Arial"/>
              <a:buAutoNum type="romanLcPeriod" startAt="4"/>
            </a:pPr>
            <a:r>
              <a:rPr lang="en-IN" sz="1800">
                <a:latin typeface="Times New Roman"/>
                <a:ea typeface="Times New Roman"/>
                <a:cs typeface="Times New Roman"/>
                <a:sym typeface="Times New Roman"/>
              </a:rPr>
              <a:t>Neither he or she know how to play cards (</a:t>
            </a:r>
            <a:r>
              <a:rPr b="1" lang="en-IN" sz="1800">
                <a:latin typeface="Times New Roman"/>
                <a:ea typeface="Times New Roman"/>
                <a:cs typeface="Times New Roman"/>
                <a:sym typeface="Times New Roman"/>
              </a:rPr>
              <a:t>Error related to Subject-Verb agreement)</a:t>
            </a:r>
            <a:endParaRPr/>
          </a:p>
          <a:p>
            <a:pPr indent="-285749" lvl="4" marL="834389" rtl="0" algn="l">
              <a:lnSpc>
                <a:spcPct val="107000"/>
              </a:lnSpc>
              <a:spcBef>
                <a:spcPts val="2400"/>
              </a:spcBef>
              <a:spcAft>
                <a:spcPts val="0"/>
              </a:spcAft>
              <a:buSzPts val="1800"/>
              <a:buFont typeface="Arial"/>
              <a:buChar char="•"/>
            </a:pPr>
            <a:r>
              <a:rPr b="1" lang="en-IN" sz="1800">
                <a:latin typeface="Times New Roman"/>
                <a:ea typeface="Times New Roman"/>
                <a:cs typeface="Times New Roman"/>
                <a:sym typeface="Times New Roman"/>
              </a:rPr>
              <a:t>Neither/ nor; either/ or</a:t>
            </a:r>
            <a:endParaRPr/>
          </a:p>
          <a:p>
            <a:pPr indent="-285749" lvl="4" marL="834389" rtl="0" algn="l">
              <a:lnSpc>
                <a:spcPct val="107000"/>
              </a:lnSpc>
              <a:spcBef>
                <a:spcPts val="2400"/>
              </a:spcBef>
              <a:spcAft>
                <a:spcPts val="0"/>
              </a:spcAft>
              <a:buSzPts val="1800"/>
              <a:buFont typeface="Arial"/>
              <a:buChar char="•"/>
            </a:pPr>
            <a:r>
              <a:rPr lang="en-IN" sz="1800">
                <a:latin typeface="Times New Roman"/>
                <a:ea typeface="Times New Roman"/>
                <a:cs typeface="Times New Roman"/>
                <a:sym typeface="Times New Roman"/>
              </a:rPr>
              <a:t>Two or more subjects connected by either…or / neither…nor take a singular verb if both the subjects are singular. If one of both the subjects are plural, plural verb is used and the plural subject is placed closest to the verb. </a:t>
            </a:r>
            <a:endParaRPr/>
          </a:p>
          <a:p>
            <a:pPr indent="-342900" lvl="4" marL="2286000" rtl="0" algn="l">
              <a:lnSpc>
                <a:spcPct val="107000"/>
              </a:lnSpc>
              <a:spcBef>
                <a:spcPts val="2400"/>
              </a:spcBef>
              <a:spcAft>
                <a:spcPts val="0"/>
              </a:spcAft>
              <a:buSzPts val="1800"/>
              <a:buChar char="○"/>
            </a:pPr>
            <a:r>
              <a:rPr lang="en-IN" sz="1800">
                <a:latin typeface="Times New Roman"/>
                <a:ea typeface="Times New Roman"/>
                <a:cs typeface="Times New Roman"/>
                <a:sym typeface="Times New Roman"/>
              </a:rPr>
              <a:t>                  Incorrect: Neither my subordinates nor my manager are present today. </a:t>
            </a:r>
            <a:endParaRPr/>
          </a:p>
          <a:p>
            <a:pPr indent="-342900" lvl="4" marL="2286000" rtl="0" algn="l">
              <a:lnSpc>
                <a:spcPct val="107000"/>
              </a:lnSpc>
              <a:spcBef>
                <a:spcPts val="2400"/>
              </a:spcBef>
              <a:spcAft>
                <a:spcPts val="0"/>
              </a:spcAft>
              <a:buSzPts val="1800"/>
              <a:buChar char="○"/>
            </a:pPr>
            <a:r>
              <a:rPr lang="en-IN" sz="1800">
                <a:latin typeface="Times New Roman"/>
                <a:ea typeface="Times New Roman"/>
                <a:cs typeface="Times New Roman"/>
                <a:sym typeface="Times New Roman"/>
              </a:rPr>
              <a:t>                  Correct: Neither my manager nor my subordinates are present today.</a:t>
            </a:r>
            <a:endParaRPr sz="1800">
              <a:latin typeface="Times New Roman"/>
              <a:ea typeface="Times New Roman"/>
              <a:cs typeface="Times New Roman"/>
              <a:sym typeface="Times New Roman"/>
            </a:endParaRPr>
          </a:p>
          <a:p>
            <a:pPr indent="-400049" lvl="2" marL="674370" rtl="0" algn="l">
              <a:lnSpc>
                <a:spcPct val="107000"/>
              </a:lnSpc>
              <a:spcBef>
                <a:spcPts val="2400"/>
              </a:spcBef>
              <a:spcAft>
                <a:spcPts val="0"/>
              </a:spcAft>
              <a:buSzPts val="1800"/>
              <a:buFont typeface="Arial"/>
              <a:buAutoNum type="romanLcPeriod" startAt="5"/>
            </a:pPr>
            <a:r>
              <a:rPr lang="en-IN" sz="1800">
                <a:latin typeface="Times New Roman"/>
                <a:ea typeface="Times New Roman"/>
                <a:cs typeface="Times New Roman"/>
                <a:sym typeface="Times New Roman"/>
              </a:rPr>
              <a:t>He passed the exam because he knows the syllabus well. </a:t>
            </a:r>
            <a:r>
              <a:rPr b="1" lang="en-IN" sz="1800">
                <a:latin typeface="Times New Roman"/>
                <a:ea typeface="Times New Roman"/>
                <a:cs typeface="Times New Roman"/>
                <a:sym typeface="Times New Roman"/>
              </a:rPr>
              <a:t>(Verb tense inconsistency)</a:t>
            </a:r>
            <a:endParaRPr/>
          </a:p>
          <a:p>
            <a:pPr indent="-285749" lvl="4" marL="834389" rtl="0" algn="l">
              <a:lnSpc>
                <a:spcPct val="107000"/>
              </a:lnSpc>
              <a:spcBef>
                <a:spcPts val="2400"/>
              </a:spcBef>
              <a:spcAft>
                <a:spcPts val="0"/>
              </a:spcAft>
              <a:buSzPts val="1800"/>
              <a:buFont typeface="Arial"/>
              <a:buChar char="•"/>
            </a:pPr>
            <a:r>
              <a:rPr lang="en-IN" sz="1800">
                <a:latin typeface="Times New Roman"/>
                <a:ea typeface="Times New Roman"/>
                <a:cs typeface="Times New Roman"/>
                <a:sym typeface="Times New Roman"/>
              </a:rPr>
              <a:t>The tense of the subordinate clause is usually consistent with the tense of the main clause</a:t>
            </a:r>
            <a:endParaRPr/>
          </a:p>
          <a:p>
            <a:pPr indent="-342900" lvl="4" marL="2286000" rtl="0" algn="l">
              <a:lnSpc>
                <a:spcPct val="107000"/>
              </a:lnSpc>
              <a:spcBef>
                <a:spcPts val="2400"/>
              </a:spcBef>
              <a:spcAft>
                <a:spcPts val="0"/>
              </a:spcAft>
              <a:buSzPts val="1800"/>
              <a:buChar char="○"/>
            </a:pPr>
            <a:r>
              <a:rPr lang="en-IN" sz="1800">
                <a:latin typeface="Times New Roman"/>
                <a:ea typeface="Times New Roman"/>
                <a:cs typeface="Times New Roman"/>
                <a:sym typeface="Times New Roman"/>
              </a:rPr>
              <a:t>             Exception: My teacher said that India is surrounded by water on three sides</a:t>
            </a:r>
            <a:endParaRPr b="1" sz="1800">
              <a:latin typeface="Times New Roman"/>
              <a:ea typeface="Times New Roman"/>
              <a:cs typeface="Times New Roman"/>
              <a:sym typeface="Times New Roman"/>
            </a:endParaRPr>
          </a:p>
          <a:p>
            <a:pPr indent="-400049" lvl="2" marL="674370" rtl="0" algn="l">
              <a:lnSpc>
                <a:spcPct val="107000"/>
              </a:lnSpc>
              <a:spcBef>
                <a:spcPts val="2400"/>
              </a:spcBef>
              <a:spcAft>
                <a:spcPts val="0"/>
              </a:spcAft>
              <a:buSzPts val="1800"/>
              <a:buFont typeface="Arial"/>
              <a:buAutoNum type="romanLcPeriod" startAt="6"/>
            </a:pPr>
            <a:r>
              <a:rPr lang="en-IN" sz="1800">
                <a:latin typeface="Times New Roman"/>
                <a:ea typeface="Times New Roman"/>
                <a:cs typeface="Times New Roman"/>
                <a:sym typeface="Times New Roman"/>
              </a:rPr>
              <a:t>Each of these women has renewed their library membership </a:t>
            </a:r>
            <a:r>
              <a:rPr b="1" lang="en-IN" sz="1800">
                <a:latin typeface="Times New Roman"/>
                <a:ea typeface="Times New Roman"/>
                <a:cs typeface="Times New Roman"/>
                <a:sym typeface="Times New Roman"/>
              </a:rPr>
              <a:t>(Error related to Noun- Pronoun agreement)</a:t>
            </a:r>
            <a:endParaRPr/>
          </a:p>
          <a:p>
            <a:pPr indent="-285749" lvl="4" marL="834389" rtl="0" algn="l">
              <a:lnSpc>
                <a:spcPct val="107000"/>
              </a:lnSpc>
              <a:spcBef>
                <a:spcPts val="2400"/>
              </a:spcBef>
              <a:spcAft>
                <a:spcPts val="0"/>
              </a:spcAft>
              <a:buSzPts val="1800"/>
              <a:buFont typeface="Arial"/>
              <a:buChar char="•"/>
            </a:pPr>
            <a:r>
              <a:rPr lang="en-IN" sz="1800">
                <a:latin typeface="Times New Roman"/>
                <a:ea typeface="Times New Roman"/>
                <a:cs typeface="Times New Roman"/>
                <a:sym typeface="Times New Roman"/>
              </a:rPr>
              <a:t>A pronoun must agree in number, gender and person with its antecedent     </a:t>
            </a:r>
            <a:endParaRPr/>
          </a:p>
          <a:p>
            <a:pPr indent="-228600" lvl="2" marL="1371600" rtl="0" algn="l">
              <a:lnSpc>
                <a:spcPct val="107000"/>
              </a:lnSpc>
              <a:spcBef>
                <a:spcPts val="2400"/>
              </a:spcBef>
              <a:spcAft>
                <a:spcPts val="0"/>
              </a:spcAft>
              <a:buSzPts val="1800"/>
              <a:buNone/>
            </a:pPr>
            <a:r>
              <a:t/>
            </a:r>
            <a:endParaRPr b="1" sz="1800">
              <a:latin typeface="Times New Roman"/>
              <a:ea typeface="Times New Roman"/>
              <a:cs typeface="Times New Roman"/>
              <a:sym typeface="Times New Roman"/>
            </a:endParaRPr>
          </a:p>
          <a:p>
            <a:pPr indent="-228600" lvl="2" marL="1371600" rtl="0" algn="l">
              <a:lnSpc>
                <a:spcPct val="107000"/>
              </a:lnSpc>
              <a:spcBef>
                <a:spcPts val="2400"/>
              </a:spcBef>
              <a:spcAft>
                <a:spcPts val="0"/>
              </a:spcAft>
              <a:buSzPts val="1800"/>
              <a:buNone/>
            </a:pPr>
            <a:r>
              <a:t/>
            </a:r>
            <a:endParaRPr sz="1800">
              <a:latin typeface="Times New Roman"/>
              <a:ea typeface="Times New Roman"/>
              <a:cs typeface="Times New Roman"/>
              <a:sym typeface="Times New Roman"/>
            </a:endParaRPr>
          </a:p>
          <a:p>
            <a:pPr indent="-228600" lvl="4" marL="2286000" rtl="0" algn="l">
              <a:lnSpc>
                <a:spcPct val="107000"/>
              </a:lnSpc>
              <a:spcBef>
                <a:spcPts val="2400"/>
              </a:spcBef>
              <a:spcAft>
                <a:spcPts val="800"/>
              </a:spcAft>
              <a:buSzPts val="1800"/>
              <a:buNone/>
            </a:pPr>
            <a:r>
              <a:t/>
            </a:r>
            <a:endParaRPr sz="1800">
              <a:latin typeface="Times New Roman"/>
              <a:ea typeface="Times New Roman"/>
              <a:cs typeface="Times New Roman"/>
              <a:sym typeface="Times New Roman"/>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26"/>
          <p:cNvSpPr txBox="1"/>
          <p:nvPr>
            <p:ph idx="1" type="body"/>
          </p:nvPr>
        </p:nvSpPr>
        <p:spPr>
          <a:xfrm>
            <a:off x="135193" y="98323"/>
            <a:ext cx="11921613" cy="6858000"/>
          </a:xfrm>
          <a:prstGeom prst="rect">
            <a:avLst/>
          </a:prstGeom>
          <a:noFill/>
          <a:ln>
            <a:noFill/>
          </a:ln>
        </p:spPr>
        <p:txBody>
          <a:bodyPr anchorCtr="0" anchor="t" bIns="45700" lIns="91425" spcFirstLastPara="1" rIns="91425" wrap="square" tIns="45700">
            <a:noAutofit/>
          </a:bodyPr>
          <a:lstStyle/>
          <a:p>
            <a:pPr indent="0" lvl="0" marL="114300" rtl="0" algn="l">
              <a:lnSpc>
                <a:spcPct val="107000"/>
              </a:lnSpc>
              <a:spcBef>
                <a:spcPts val="1000"/>
              </a:spcBef>
              <a:spcAft>
                <a:spcPts val="0"/>
              </a:spcAft>
              <a:buSzPts val="1800"/>
              <a:buNone/>
            </a:pPr>
            <a:r>
              <a:rPr b="1" lang="en-IN" sz="1600">
                <a:latin typeface="Times New Roman"/>
                <a:ea typeface="Times New Roman"/>
                <a:cs typeface="Times New Roman"/>
                <a:sym typeface="Times New Roman"/>
              </a:rPr>
              <a:t> Identify the error(s) in the following sentences and rewrite the correct sentences</a:t>
            </a:r>
            <a:endParaRPr/>
          </a:p>
          <a:p>
            <a:pPr indent="-400049" lvl="2" marL="674370" rtl="0" algn="l">
              <a:lnSpc>
                <a:spcPct val="107000"/>
              </a:lnSpc>
              <a:spcBef>
                <a:spcPts val="2400"/>
              </a:spcBef>
              <a:spcAft>
                <a:spcPts val="0"/>
              </a:spcAft>
              <a:buSzPts val="1800"/>
              <a:buFont typeface="Arial"/>
              <a:buAutoNum type="romanLcPeriod"/>
            </a:pPr>
            <a:r>
              <a:rPr lang="en-IN" sz="1700">
                <a:latin typeface="Times New Roman"/>
                <a:ea typeface="Times New Roman"/>
                <a:cs typeface="Times New Roman"/>
                <a:sym typeface="Times New Roman"/>
              </a:rPr>
              <a:t>The manager along with his technicians are responsible for the fault caused in production line.</a:t>
            </a:r>
            <a:endParaRPr sz="1700">
              <a:latin typeface="Times New Roman"/>
              <a:ea typeface="Times New Roman"/>
              <a:cs typeface="Times New Roman"/>
              <a:sym typeface="Times New Roman"/>
            </a:endParaRPr>
          </a:p>
          <a:p>
            <a:pPr indent="-400049" lvl="2" marL="674370" rtl="0" algn="l">
              <a:lnSpc>
                <a:spcPct val="107000"/>
              </a:lnSpc>
              <a:spcBef>
                <a:spcPts val="2400"/>
              </a:spcBef>
              <a:spcAft>
                <a:spcPts val="0"/>
              </a:spcAft>
              <a:buSzPts val="1800"/>
              <a:buFont typeface="Arial"/>
              <a:buAutoNum type="romanLcPeriod"/>
            </a:pPr>
            <a:r>
              <a:rPr lang="en-IN" sz="1700">
                <a:latin typeface="Times New Roman"/>
                <a:ea typeface="Times New Roman"/>
                <a:cs typeface="Times New Roman"/>
                <a:sym typeface="Times New Roman"/>
              </a:rPr>
              <a:t>This pair of trousers are my favourite. </a:t>
            </a:r>
            <a:endParaRPr/>
          </a:p>
          <a:p>
            <a:pPr indent="-400049" lvl="2" marL="674370" rtl="0" algn="l">
              <a:lnSpc>
                <a:spcPct val="107000"/>
              </a:lnSpc>
              <a:spcBef>
                <a:spcPts val="2400"/>
              </a:spcBef>
              <a:spcAft>
                <a:spcPts val="0"/>
              </a:spcAft>
              <a:buSzPts val="1800"/>
              <a:buFont typeface="Arial"/>
              <a:buAutoNum type="romanLcPeriod"/>
            </a:pPr>
            <a:r>
              <a:rPr lang="en-IN" sz="1700">
                <a:latin typeface="Times New Roman"/>
                <a:ea typeface="Times New Roman"/>
                <a:cs typeface="Times New Roman"/>
                <a:sym typeface="Times New Roman"/>
              </a:rPr>
              <a:t>John as well as Merry have decided to drop the course for the benefits of their future.</a:t>
            </a:r>
            <a:endParaRPr/>
          </a:p>
          <a:p>
            <a:pPr indent="-400049" lvl="2" marL="674370" rtl="0" algn="l">
              <a:lnSpc>
                <a:spcPct val="107000"/>
              </a:lnSpc>
              <a:spcBef>
                <a:spcPts val="2400"/>
              </a:spcBef>
              <a:spcAft>
                <a:spcPts val="0"/>
              </a:spcAft>
              <a:buSzPts val="1800"/>
              <a:buFont typeface="Arial"/>
              <a:buAutoNum type="romanLcPeriod"/>
            </a:pPr>
            <a:r>
              <a:rPr lang="en-IN" sz="1700">
                <a:latin typeface="Times New Roman"/>
                <a:ea typeface="Times New Roman"/>
                <a:cs typeface="Times New Roman"/>
                <a:sym typeface="Times New Roman"/>
              </a:rPr>
              <a:t>How long does it take to get on the station on foot from your house?</a:t>
            </a:r>
            <a:endParaRPr/>
          </a:p>
          <a:p>
            <a:pPr indent="-400049" lvl="2" marL="674370" rtl="0" algn="l">
              <a:lnSpc>
                <a:spcPct val="107000"/>
              </a:lnSpc>
              <a:spcBef>
                <a:spcPts val="2400"/>
              </a:spcBef>
              <a:spcAft>
                <a:spcPts val="0"/>
              </a:spcAft>
              <a:buSzPts val="1800"/>
              <a:buFont typeface="Arial"/>
              <a:buAutoNum type="romanLcPeriod"/>
            </a:pPr>
            <a:r>
              <a:rPr lang="en-IN" sz="1700">
                <a:latin typeface="Times New Roman"/>
                <a:ea typeface="Times New Roman"/>
                <a:cs typeface="Times New Roman"/>
                <a:sym typeface="Times New Roman"/>
              </a:rPr>
              <a:t>They had managed a few criseses in the past, so they were able to handle this situation well. </a:t>
            </a:r>
            <a:endParaRPr/>
          </a:p>
          <a:p>
            <a:pPr indent="-400049" lvl="2" marL="674370" rtl="0" algn="l">
              <a:lnSpc>
                <a:spcPct val="107000"/>
              </a:lnSpc>
              <a:spcBef>
                <a:spcPts val="2400"/>
              </a:spcBef>
              <a:spcAft>
                <a:spcPts val="0"/>
              </a:spcAft>
              <a:buSzPts val="1800"/>
              <a:buFont typeface="Arial"/>
              <a:buAutoNum type="romanLcPeriod"/>
            </a:pPr>
            <a:r>
              <a:rPr lang="en-IN" sz="1700">
                <a:latin typeface="Times New Roman"/>
                <a:ea typeface="Times New Roman"/>
                <a:cs typeface="Times New Roman"/>
                <a:sym typeface="Times New Roman"/>
              </a:rPr>
              <a:t>A X-ray is a common imaging test that's been used for decades. </a:t>
            </a:r>
            <a:endParaRPr/>
          </a:p>
          <a:p>
            <a:pPr indent="-400049" lvl="2" marL="674370" rtl="0" algn="l">
              <a:lnSpc>
                <a:spcPct val="107000"/>
              </a:lnSpc>
              <a:spcBef>
                <a:spcPts val="2400"/>
              </a:spcBef>
              <a:spcAft>
                <a:spcPts val="0"/>
              </a:spcAft>
              <a:buSzPts val="1800"/>
              <a:buFont typeface="Arial"/>
              <a:buAutoNum type="romanLcPeriod"/>
            </a:pPr>
            <a:r>
              <a:rPr lang="en-IN" sz="1700">
                <a:latin typeface="Times New Roman"/>
                <a:ea typeface="Times New Roman"/>
                <a:cs typeface="Times New Roman"/>
                <a:sym typeface="Times New Roman"/>
              </a:rPr>
              <a:t>The mysterious woman walked toward the car holding an umbrella.</a:t>
            </a:r>
            <a:endParaRPr/>
          </a:p>
          <a:p>
            <a:pPr indent="-400049" lvl="2" marL="674370" rtl="0" algn="l">
              <a:lnSpc>
                <a:spcPct val="107000"/>
              </a:lnSpc>
              <a:spcBef>
                <a:spcPts val="2400"/>
              </a:spcBef>
              <a:spcAft>
                <a:spcPts val="0"/>
              </a:spcAft>
              <a:buSzPts val="1800"/>
              <a:buFont typeface="Arial"/>
              <a:buAutoNum type="romanLcPeriod"/>
            </a:pPr>
            <a:r>
              <a:rPr lang="en-IN" sz="1700">
                <a:latin typeface="Times New Roman"/>
                <a:ea typeface="Times New Roman"/>
                <a:cs typeface="Times New Roman"/>
                <a:sym typeface="Times New Roman"/>
              </a:rPr>
              <a:t> I told my friend that I am waiting for her in the post office in her college.</a:t>
            </a:r>
            <a:endParaRPr/>
          </a:p>
          <a:p>
            <a:pPr indent="-400049" lvl="2" marL="674370" rtl="0" algn="l">
              <a:lnSpc>
                <a:spcPct val="107000"/>
              </a:lnSpc>
              <a:spcBef>
                <a:spcPts val="2400"/>
              </a:spcBef>
              <a:spcAft>
                <a:spcPts val="0"/>
              </a:spcAft>
              <a:buSzPts val="1800"/>
              <a:buFont typeface="Arial"/>
              <a:buAutoNum type="romanLcPeriod"/>
            </a:pPr>
            <a:r>
              <a:rPr lang="en-IN" sz="1700">
                <a:latin typeface="Times New Roman"/>
                <a:ea typeface="Times New Roman"/>
                <a:cs typeface="Times New Roman"/>
                <a:sym typeface="Times New Roman"/>
              </a:rPr>
              <a:t>The setting of a story effects the story’s plot </a:t>
            </a:r>
            <a:endParaRPr/>
          </a:p>
          <a:p>
            <a:pPr indent="-400049" lvl="2" marL="674370" rtl="0" algn="l">
              <a:lnSpc>
                <a:spcPct val="107000"/>
              </a:lnSpc>
              <a:spcBef>
                <a:spcPts val="2400"/>
              </a:spcBef>
              <a:spcAft>
                <a:spcPts val="800"/>
              </a:spcAft>
              <a:buSzPts val="1800"/>
              <a:buFont typeface="Arial"/>
              <a:buAutoNum type="romanLcPeriod"/>
            </a:pPr>
            <a:r>
              <a:rPr lang="en-IN" sz="1700">
                <a:latin typeface="Times New Roman"/>
                <a:ea typeface="Times New Roman"/>
                <a:cs typeface="Times New Roman"/>
                <a:sym typeface="Times New Roman"/>
              </a:rPr>
              <a:t>When I entered the room the water jug has been in the table. </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27"/>
          <p:cNvSpPr txBox="1"/>
          <p:nvPr>
            <p:ph type="title"/>
          </p:nvPr>
        </p:nvSpPr>
        <p:spPr>
          <a:xfrm>
            <a:off x="3785493" y="2751483"/>
            <a:ext cx="4621011" cy="1355033"/>
          </a:xfrm>
          <a:prstGeom prst="rect">
            <a:avLst/>
          </a:prstGeom>
          <a:solidFill>
            <a:srgbClr val="C9ABE3"/>
          </a:solidFill>
          <a:ln cap="flat" cmpd="sng" w="9525">
            <a:solidFill>
              <a:srgbClr val="002060"/>
            </a:solidFill>
            <a:prstDash val="solid"/>
            <a:round/>
            <a:headEnd len="sm" w="sm" type="none"/>
            <a:tailEnd len="sm" w="sm" type="none"/>
          </a:ln>
        </p:spPr>
        <p:txBody>
          <a:bodyPr anchorCtr="0" anchor="b" bIns="45700" lIns="91425" spcFirstLastPara="1" rIns="91425" wrap="square" tIns="45700">
            <a:noAutofit/>
          </a:bodyPr>
          <a:lstStyle/>
          <a:p>
            <a:pPr indent="0" lvl="0" marL="0" rtl="0" algn="ctr">
              <a:lnSpc>
                <a:spcPct val="110000"/>
              </a:lnSpc>
              <a:spcBef>
                <a:spcPts val="0"/>
              </a:spcBef>
              <a:spcAft>
                <a:spcPts val="0"/>
              </a:spcAft>
              <a:buClr>
                <a:schemeClr val="dk2"/>
              </a:buClr>
              <a:buSzPts val="8000"/>
              <a:buFont typeface="Bell MT"/>
              <a:buNone/>
            </a:pPr>
            <a:r>
              <a:rPr b="1" lang="en-IN" sz="8000">
                <a:latin typeface="Bell MT"/>
                <a:ea typeface="Bell MT"/>
                <a:cs typeface="Bell MT"/>
                <a:sym typeface="Bell MT"/>
              </a:rPr>
              <a:t>Answers</a:t>
            </a:r>
            <a:endParaRPr/>
          </a:p>
        </p:txBody>
      </p:sp>
      <p:sp>
        <p:nvSpPr>
          <p:cNvPr id="234" name="Google Shape;234;p27"/>
          <p:cNvSpPr txBox="1"/>
          <p:nvPr>
            <p:ph idx="1" type="body"/>
          </p:nvPr>
        </p:nvSpPr>
        <p:spPr>
          <a:xfrm>
            <a:off x="221226" y="815008"/>
            <a:ext cx="11749547" cy="5944669"/>
          </a:xfrm>
          <a:prstGeom prst="rect">
            <a:avLst/>
          </a:prstGeom>
          <a:noFill/>
          <a:ln>
            <a:noFill/>
          </a:ln>
        </p:spPr>
        <p:txBody>
          <a:bodyPr anchorCtr="0" anchor="t" bIns="45700" lIns="91425" spcFirstLastPara="1" rIns="91425" wrap="square" tIns="45700">
            <a:noAutofit/>
          </a:bodyPr>
          <a:lstStyle/>
          <a:p>
            <a:pPr indent="-203200" lvl="0" marL="342900" rtl="0" algn="l">
              <a:lnSpc>
                <a:spcPct val="107000"/>
              </a:lnSpc>
              <a:spcBef>
                <a:spcPts val="0"/>
              </a:spcBef>
              <a:spcAft>
                <a:spcPts val="0"/>
              </a:spcAft>
              <a:buClr>
                <a:schemeClr val="dk2"/>
              </a:buClr>
              <a:buSzPts val="2200"/>
              <a:buFont typeface="Arial"/>
              <a:buNone/>
            </a:pPr>
            <a:r>
              <a:t/>
            </a:r>
            <a:endParaRPr b="1" sz="2200">
              <a:latin typeface="Times New Roman"/>
              <a:ea typeface="Times New Roman"/>
              <a:cs typeface="Times New Roman"/>
              <a:sym typeface="Times New Roman"/>
            </a:endParaRPr>
          </a:p>
          <a:p>
            <a:pPr indent="-203200" lvl="0" marL="342900" rtl="0" algn="l">
              <a:lnSpc>
                <a:spcPct val="107000"/>
              </a:lnSpc>
              <a:spcBef>
                <a:spcPts val="1000"/>
              </a:spcBef>
              <a:spcAft>
                <a:spcPts val="0"/>
              </a:spcAft>
              <a:buClr>
                <a:schemeClr val="dk2"/>
              </a:buClr>
              <a:buSzPts val="2200"/>
              <a:buFont typeface="Arial"/>
              <a:buNone/>
            </a:pPr>
            <a:r>
              <a:t/>
            </a:r>
            <a:endParaRPr sz="2200">
              <a:latin typeface="Arial"/>
              <a:ea typeface="Arial"/>
              <a:cs typeface="Arial"/>
              <a:sym typeface="Arial"/>
            </a:endParaRPr>
          </a:p>
          <a:p>
            <a:pPr indent="0" lvl="0" marL="685800" rtl="0" algn="l">
              <a:lnSpc>
                <a:spcPct val="107000"/>
              </a:lnSpc>
              <a:spcBef>
                <a:spcPts val="1000"/>
              </a:spcBef>
              <a:spcAft>
                <a:spcPts val="0"/>
              </a:spcAft>
              <a:buClr>
                <a:schemeClr val="dk2"/>
              </a:buClr>
              <a:buSzPts val="2200"/>
              <a:buFont typeface="Times New Roman"/>
              <a:buNone/>
            </a:pPr>
            <a:r>
              <a:rPr lang="en-IN" sz="2200">
                <a:latin typeface="Times New Roman"/>
                <a:ea typeface="Times New Roman"/>
                <a:cs typeface="Times New Roman"/>
                <a:sym typeface="Times New Roman"/>
              </a:rPr>
              <a:t> </a:t>
            </a:r>
            <a:endParaRPr sz="2200">
              <a:latin typeface="Arial"/>
              <a:ea typeface="Arial"/>
              <a:cs typeface="Arial"/>
              <a:sym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28"/>
          <p:cNvSpPr txBox="1"/>
          <p:nvPr>
            <p:ph idx="1" type="body"/>
          </p:nvPr>
        </p:nvSpPr>
        <p:spPr>
          <a:xfrm>
            <a:off x="167148" y="88489"/>
            <a:ext cx="12024851" cy="7017775"/>
          </a:xfrm>
          <a:prstGeom prst="rect">
            <a:avLst/>
          </a:prstGeom>
          <a:noFill/>
          <a:ln>
            <a:noFill/>
          </a:ln>
        </p:spPr>
        <p:txBody>
          <a:bodyPr anchorCtr="0" anchor="t" bIns="45700" lIns="91425" spcFirstLastPara="1" rIns="91425" wrap="square" tIns="45700">
            <a:noAutofit/>
          </a:bodyPr>
          <a:lstStyle/>
          <a:p>
            <a:pPr indent="-381000" lvl="0" marL="342900" rtl="0" algn="l">
              <a:lnSpc>
                <a:spcPct val="107000"/>
              </a:lnSpc>
              <a:spcBef>
                <a:spcPts val="1000"/>
              </a:spcBef>
              <a:spcAft>
                <a:spcPts val="0"/>
              </a:spcAft>
              <a:buSzPts val="2400"/>
              <a:buFont typeface="Arial"/>
              <a:buAutoNum type="arabicPeriod"/>
            </a:pPr>
            <a:r>
              <a:rPr b="1" lang="en-IN">
                <a:latin typeface="Calibri"/>
                <a:ea typeface="Calibri"/>
                <a:cs typeface="Calibri"/>
                <a:sym typeface="Calibri"/>
              </a:rPr>
              <a:t>Identify the error(s) in the following sentences and rewrite the correct sentences</a:t>
            </a:r>
            <a:endParaRPr/>
          </a:p>
          <a:p>
            <a:pPr indent="-438150" lvl="2" marL="674370" rtl="0" algn="l">
              <a:lnSpc>
                <a:spcPct val="100000"/>
              </a:lnSpc>
              <a:spcBef>
                <a:spcPts val="2400"/>
              </a:spcBef>
              <a:spcAft>
                <a:spcPts val="0"/>
              </a:spcAft>
              <a:buSzPts val="2400"/>
              <a:buFont typeface="Arial"/>
              <a:buAutoNum type="romanLcPeriod"/>
            </a:pPr>
            <a:r>
              <a:rPr lang="en-IN" sz="2400">
                <a:latin typeface="Times New Roman"/>
                <a:ea typeface="Times New Roman"/>
                <a:cs typeface="Times New Roman"/>
                <a:sym typeface="Times New Roman"/>
              </a:rPr>
              <a:t>We decided to go to the south of France </a:t>
            </a:r>
            <a:r>
              <a:rPr b="1" lang="en-IN" sz="2400">
                <a:latin typeface="Times New Roman"/>
                <a:ea typeface="Times New Roman"/>
                <a:cs typeface="Times New Roman"/>
                <a:sym typeface="Times New Roman"/>
              </a:rPr>
              <a:t>to </a:t>
            </a:r>
            <a:r>
              <a:rPr lang="en-IN" sz="2400">
                <a:latin typeface="Times New Roman"/>
                <a:ea typeface="Times New Roman"/>
                <a:cs typeface="Times New Roman"/>
                <a:sym typeface="Times New Roman"/>
              </a:rPr>
              <a:t>a small village called Le Grau-du-Roi.</a:t>
            </a:r>
            <a:endParaRPr sz="2400">
              <a:latin typeface="Times New Roman"/>
              <a:ea typeface="Times New Roman"/>
              <a:cs typeface="Times New Roman"/>
              <a:sym typeface="Times New Roman"/>
            </a:endParaRPr>
          </a:p>
          <a:p>
            <a:pPr indent="-438150" lvl="2" marL="674370" rtl="0" algn="l">
              <a:lnSpc>
                <a:spcPct val="100000"/>
              </a:lnSpc>
              <a:spcBef>
                <a:spcPts val="2400"/>
              </a:spcBef>
              <a:spcAft>
                <a:spcPts val="0"/>
              </a:spcAft>
              <a:buSzPts val="2400"/>
              <a:buFont typeface="Arial"/>
              <a:buAutoNum type="romanLcPeriod"/>
            </a:pPr>
            <a:r>
              <a:rPr lang="en-IN" sz="2400">
                <a:latin typeface="Times New Roman"/>
                <a:ea typeface="Times New Roman"/>
                <a:cs typeface="Times New Roman"/>
                <a:sym typeface="Times New Roman"/>
              </a:rPr>
              <a:t>The grand marshal gave his </a:t>
            </a:r>
            <a:r>
              <a:rPr b="1" lang="en-IN" sz="2400">
                <a:latin typeface="Times New Roman"/>
                <a:ea typeface="Times New Roman"/>
                <a:cs typeface="Times New Roman"/>
                <a:sym typeface="Times New Roman"/>
              </a:rPr>
              <a:t>counsel</a:t>
            </a:r>
            <a:r>
              <a:rPr lang="en-IN" sz="2400">
                <a:latin typeface="Times New Roman"/>
                <a:ea typeface="Times New Roman"/>
                <a:cs typeface="Times New Roman"/>
                <a:sym typeface="Times New Roman"/>
              </a:rPr>
              <a:t> (spelling) to whoever (this is the subject of the verb "sought," so it needs to stay "whoever") sought it. </a:t>
            </a:r>
            <a:endParaRPr sz="2400"/>
          </a:p>
          <a:p>
            <a:pPr indent="-438150" lvl="2" marL="674370" rtl="0" algn="l">
              <a:lnSpc>
                <a:spcPct val="100000"/>
              </a:lnSpc>
              <a:spcBef>
                <a:spcPts val="2400"/>
              </a:spcBef>
              <a:spcAft>
                <a:spcPts val="0"/>
              </a:spcAft>
              <a:buSzPts val="2400"/>
              <a:buFont typeface="Arial"/>
              <a:buAutoNum type="romanLcPeriod"/>
            </a:pPr>
            <a:r>
              <a:rPr lang="en-IN" sz="2400">
                <a:latin typeface="Times New Roman"/>
                <a:ea typeface="Times New Roman"/>
                <a:cs typeface="Times New Roman"/>
                <a:sym typeface="Times New Roman"/>
              </a:rPr>
              <a:t>It's easy to see the difference between </a:t>
            </a:r>
            <a:r>
              <a:rPr b="1" lang="en-IN" sz="2400">
                <a:latin typeface="Times New Roman"/>
                <a:ea typeface="Times New Roman"/>
                <a:cs typeface="Times New Roman"/>
                <a:sym typeface="Times New Roman"/>
              </a:rPr>
              <a:t>her and me </a:t>
            </a:r>
            <a:r>
              <a:rPr lang="en-IN" sz="2400">
                <a:latin typeface="Times New Roman"/>
                <a:ea typeface="Times New Roman"/>
                <a:cs typeface="Times New Roman"/>
                <a:sym typeface="Times New Roman"/>
              </a:rPr>
              <a:t>(these are objects of the preposition "between," so they need to be the objective pronoun forms). </a:t>
            </a:r>
            <a:endParaRPr sz="2400"/>
          </a:p>
          <a:p>
            <a:pPr indent="-438150" lvl="2" marL="674370" rtl="0" algn="l">
              <a:lnSpc>
                <a:spcPct val="100000"/>
              </a:lnSpc>
              <a:spcBef>
                <a:spcPts val="2400"/>
              </a:spcBef>
              <a:spcAft>
                <a:spcPts val="0"/>
              </a:spcAft>
              <a:buSzPts val="2400"/>
              <a:buFont typeface="Arial"/>
              <a:buAutoNum type="romanLcPeriod"/>
            </a:pPr>
            <a:r>
              <a:rPr lang="en-IN" sz="2400">
                <a:latin typeface="Times New Roman"/>
                <a:ea typeface="Times New Roman"/>
                <a:cs typeface="Times New Roman"/>
                <a:sym typeface="Times New Roman"/>
              </a:rPr>
              <a:t>Neither she </a:t>
            </a:r>
            <a:r>
              <a:rPr b="1" lang="en-IN" sz="2400">
                <a:latin typeface="Times New Roman"/>
                <a:ea typeface="Times New Roman"/>
                <a:cs typeface="Times New Roman"/>
                <a:sym typeface="Times New Roman"/>
              </a:rPr>
              <a:t>nor</a:t>
            </a:r>
            <a:r>
              <a:rPr lang="en-IN" sz="2400">
                <a:latin typeface="Times New Roman"/>
                <a:ea typeface="Times New Roman"/>
                <a:cs typeface="Times New Roman"/>
                <a:sym typeface="Times New Roman"/>
              </a:rPr>
              <a:t> he (these are subjects so need to be the subject pronoun forms) </a:t>
            </a:r>
            <a:r>
              <a:rPr b="1" lang="en-IN" sz="2400">
                <a:latin typeface="Times New Roman"/>
                <a:ea typeface="Times New Roman"/>
                <a:cs typeface="Times New Roman"/>
                <a:sym typeface="Times New Roman"/>
              </a:rPr>
              <a:t>knows</a:t>
            </a:r>
            <a:r>
              <a:rPr lang="en-IN" sz="2400">
                <a:latin typeface="Times New Roman"/>
                <a:ea typeface="Times New Roman"/>
                <a:cs typeface="Times New Roman"/>
                <a:sym typeface="Times New Roman"/>
              </a:rPr>
              <a:t> (singular verb, because we're talking about "she" or "he," not both) how to play cards. </a:t>
            </a:r>
            <a:endParaRPr sz="2400"/>
          </a:p>
          <a:p>
            <a:pPr indent="-438150" lvl="2" marL="674370" rtl="0" algn="l">
              <a:lnSpc>
                <a:spcPct val="100000"/>
              </a:lnSpc>
              <a:spcBef>
                <a:spcPts val="2400"/>
              </a:spcBef>
              <a:spcAft>
                <a:spcPts val="0"/>
              </a:spcAft>
              <a:buSzPts val="2400"/>
              <a:buFont typeface="Arial"/>
              <a:buAutoNum type="romanLcPeriod"/>
            </a:pPr>
            <a:r>
              <a:rPr lang="en-IN" sz="2400">
                <a:latin typeface="Times New Roman"/>
                <a:ea typeface="Times New Roman"/>
                <a:cs typeface="Times New Roman"/>
                <a:sym typeface="Times New Roman"/>
              </a:rPr>
              <a:t>He passed the exam because he</a:t>
            </a:r>
            <a:r>
              <a:rPr b="1" lang="en-IN" sz="2400">
                <a:latin typeface="Times New Roman"/>
                <a:ea typeface="Times New Roman"/>
                <a:cs typeface="Times New Roman"/>
                <a:sym typeface="Times New Roman"/>
              </a:rPr>
              <a:t> knew </a:t>
            </a:r>
            <a:r>
              <a:rPr lang="en-IN" sz="2400">
                <a:latin typeface="Times New Roman"/>
                <a:ea typeface="Times New Roman"/>
                <a:cs typeface="Times New Roman"/>
                <a:sym typeface="Times New Roman"/>
              </a:rPr>
              <a:t>the syllabus well. </a:t>
            </a:r>
            <a:endParaRPr sz="2400"/>
          </a:p>
          <a:p>
            <a:pPr indent="-438150" lvl="2" marL="674370" rtl="0" algn="l">
              <a:lnSpc>
                <a:spcPct val="100000"/>
              </a:lnSpc>
              <a:spcBef>
                <a:spcPts val="2400"/>
              </a:spcBef>
              <a:spcAft>
                <a:spcPts val="0"/>
              </a:spcAft>
              <a:buSzPts val="2400"/>
              <a:buFont typeface="Arial"/>
              <a:buAutoNum type="romanLcPeriod"/>
            </a:pPr>
            <a:r>
              <a:rPr lang="en-IN" sz="2400">
                <a:latin typeface="Times New Roman"/>
                <a:ea typeface="Times New Roman"/>
                <a:cs typeface="Times New Roman"/>
                <a:sym typeface="Times New Roman"/>
              </a:rPr>
              <a:t>Each of these women has renewed </a:t>
            </a:r>
            <a:r>
              <a:rPr b="1" lang="en-IN" sz="2400">
                <a:latin typeface="Times New Roman"/>
                <a:ea typeface="Times New Roman"/>
                <a:cs typeface="Times New Roman"/>
                <a:sym typeface="Times New Roman"/>
              </a:rPr>
              <a:t>her </a:t>
            </a:r>
            <a:r>
              <a:rPr lang="en-IN" sz="2400">
                <a:latin typeface="Times New Roman"/>
                <a:ea typeface="Times New Roman"/>
                <a:cs typeface="Times New Roman"/>
                <a:sym typeface="Times New Roman"/>
              </a:rPr>
              <a:t>library membership.  </a:t>
            </a:r>
            <a:endParaRPr sz="2400"/>
          </a:p>
          <a:p>
            <a:pPr indent="-285749" lvl="2" marL="674370" rtl="0" algn="l">
              <a:lnSpc>
                <a:spcPct val="100000"/>
              </a:lnSpc>
              <a:spcBef>
                <a:spcPts val="2400"/>
              </a:spcBef>
              <a:spcAft>
                <a:spcPts val="0"/>
              </a:spcAft>
              <a:buSzPts val="1800"/>
              <a:buFont typeface="Arial"/>
              <a:buNone/>
            </a:pPr>
            <a:r>
              <a:t/>
            </a:r>
            <a:endParaRPr sz="2400">
              <a:latin typeface="Times New Roman"/>
              <a:ea typeface="Times New Roman"/>
              <a:cs typeface="Times New Roman"/>
              <a:sym typeface="Times New Roman"/>
            </a:endParaRPr>
          </a:p>
          <a:p>
            <a:pPr indent="-228600" lvl="2" marL="1371600" rtl="0" algn="l">
              <a:lnSpc>
                <a:spcPct val="107000"/>
              </a:lnSpc>
              <a:spcBef>
                <a:spcPts val="2400"/>
              </a:spcBef>
              <a:spcAft>
                <a:spcPts val="0"/>
              </a:spcAft>
              <a:buSzPts val="1800"/>
              <a:buNone/>
            </a:pPr>
            <a:r>
              <a:t/>
            </a:r>
            <a:endParaRPr sz="2400">
              <a:latin typeface="Calibri"/>
              <a:ea typeface="Calibri"/>
              <a:cs typeface="Calibri"/>
              <a:sym typeface="Calibri"/>
            </a:endParaRPr>
          </a:p>
          <a:p>
            <a:pPr indent="-285749" lvl="2" marL="674370" rtl="0" algn="l">
              <a:lnSpc>
                <a:spcPct val="107000"/>
              </a:lnSpc>
              <a:spcBef>
                <a:spcPts val="2400"/>
              </a:spcBef>
              <a:spcAft>
                <a:spcPts val="800"/>
              </a:spcAft>
              <a:buSzPts val="1800"/>
              <a:buFont typeface="Arial"/>
              <a:buNone/>
            </a:pPr>
            <a:r>
              <a:t/>
            </a:r>
            <a:endParaRPr sz="2400">
              <a:latin typeface="Calibri"/>
              <a:ea typeface="Calibri"/>
              <a:cs typeface="Calibri"/>
              <a:sym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29"/>
          <p:cNvSpPr txBox="1"/>
          <p:nvPr>
            <p:ph idx="1" type="body"/>
          </p:nvPr>
        </p:nvSpPr>
        <p:spPr>
          <a:xfrm>
            <a:off x="167150" y="88500"/>
            <a:ext cx="12024900" cy="6858000"/>
          </a:xfrm>
          <a:prstGeom prst="rect">
            <a:avLst/>
          </a:prstGeom>
          <a:noFill/>
          <a:ln>
            <a:noFill/>
          </a:ln>
        </p:spPr>
        <p:txBody>
          <a:bodyPr anchorCtr="0" anchor="t" bIns="45700" lIns="91425" spcFirstLastPara="1" rIns="91425" wrap="square" tIns="45700">
            <a:noAutofit/>
          </a:bodyPr>
          <a:lstStyle/>
          <a:p>
            <a:pPr indent="-342900" lvl="0" marL="457200" rtl="0" algn="l">
              <a:lnSpc>
                <a:spcPct val="107000"/>
              </a:lnSpc>
              <a:spcBef>
                <a:spcPts val="1000"/>
              </a:spcBef>
              <a:spcAft>
                <a:spcPts val="0"/>
              </a:spcAft>
              <a:buSzPts val="1800"/>
              <a:buChar char="●"/>
            </a:pPr>
            <a:r>
              <a:rPr b="1" lang="en-IN" sz="2500">
                <a:latin typeface="Times New Roman"/>
                <a:ea typeface="Times New Roman"/>
                <a:cs typeface="Times New Roman"/>
                <a:sym typeface="Times New Roman"/>
              </a:rPr>
              <a:t>2. </a:t>
            </a:r>
            <a:r>
              <a:rPr b="1" lang="en-IN">
                <a:latin typeface="Times New Roman"/>
                <a:ea typeface="Times New Roman"/>
                <a:cs typeface="Times New Roman"/>
                <a:sym typeface="Times New Roman"/>
              </a:rPr>
              <a:t>Identify the error(s) in the following sentences and rewrite the correct sentences</a:t>
            </a:r>
            <a:endParaRPr>
              <a:latin typeface="Times New Roman"/>
              <a:ea typeface="Times New Roman"/>
              <a:cs typeface="Times New Roman"/>
              <a:sym typeface="Times New Roman"/>
            </a:endParaRPr>
          </a:p>
          <a:p>
            <a:pPr indent="-400049" lvl="2" marL="674370" rtl="0" algn="l">
              <a:lnSpc>
                <a:spcPct val="107000"/>
              </a:lnSpc>
              <a:spcBef>
                <a:spcPts val="2400"/>
              </a:spcBef>
              <a:spcAft>
                <a:spcPts val="0"/>
              </a:spcAft>
              <a:buSzPts val="1800"/>
              <a:buFont typeface="Arial"/>
              <a:buAutoNum type="romanLcPeriod"/>
            </a:pPr>
            <a:r>
              <a:rPr lang="en-IN" sz="1800">
                <a:latin typeface="Times New Roman"/>
                <a:ea typeface="Times New Roman"/>
                <a:cs typeface="Times New Roman"/>
                <a:sym typeface="Times New Roman"/>
              </a:rPr>
              <a:t> The manager along with his technicians is responsible for the fault caused in production line.</a:t>
            </a:r>
            <a:endParaRPr/>
          </a:p>
          <a:p>
            <a:pPr indent="-400049" lvl="2" marL="674370" rtl="0" algn="l">
              <a:lnSpc>
                <a:spcPct val="107000"/>
              </a:lnSpc>
              <a:spcBef>
                <a:spcPts val="2400"/>
              </a:spcBef>
              <a:spcAft>
                <a:spcPts val="0"/>
              </a:spcAft>
              <a:buSzPts val="1800"/>
              <a:buFont typeface="Arial"/>
              <a:buAutoNum type="romanLcPeriod"/>
            </a:pPr>
            <a:r>
              <a:rPr lang="en-IN" sz="1800">
                <a:latin typeface="Times New Roman"/>
                <a:ea typeface="Times New Roman"/>
                <a:cs typeface="Times New Roman"/>
                <a:sym typeface="Times New Roman"/>
              </a:rPr>
              <a:t> This pair of trousers is my favourite.</a:t>
            </a:r>
            <a:endParaRPr/>
          </a:p>
          <a:p>
            <a:pPr indent="-400049" lvl="2" marL="674370" rtl="0" algn="l">
              <a:lnSpc>
                <a:spcPct val="107000"/>
              </a:lnSpc>
              <a:spcBef>
                <a:spcPts val="2400"/>
              </a:spcBef>
              <a:spcAft>
                <a:spcPts val="0"/>
              </a:spcAft>
              <a:buSzPts val="1800"/>
              <a:buFont typeface="Arial"/>
              <a:buAutoNum type="romanLcPeriod"/>
            </a:pPr>
            <a:r>
              <a:rPr lang="en-IN" sz="1800">
                <a:latin typeface="Times New Roman"/>
                <a:ea typeface="Times New Roman"/>
                <a:cs typeface="Times New Roman"/>
                <a:sym typeface="Times New Roman"/>
              </a:rPr>
              <a:t>John as well as Merry has decided to drop the course for the benefits of their future.</a:t>
            </a:r>
            <a:endParaRPr/>
          </a:p>
          <a:p>
            <a:pPr indent="-400049" lvl="2" marL="674370" rtl="0" algn="l">
              <a:lnSpc>
                <a:spcPct val="107000"/>
              </a:lnSpc>
              <a:spcBef>
                <a:spcPts val="2400"/>
              </a:spcBef>
              <a:spcAft>
                <a:spcPts val="0"/>
              </a:spcAft>
              <a:buSzPts val="1800"/>
              <a:buFont typeface="Arial"/>
              <a:buAutoNum type="romanLcPeriod"/>
            </a:pPr>
            <a:r>
              <a:rPr lang="en-IN" sz="1800">
                <a:latin typeface="Times New Roman"/>
                <a:ea typeface="Times New Roman"/>
                <a:cs typeface="Times New Roman"/>
                <a:sym typeface="Times New Roman"/>
              </a:rPr>
              <a:t>How long does it take to get to the station on foot from your house?</a:t>
            </a:r>
            <a:endParaRPr/>
          </a:p>
          <a:p>
            <a:pPr indent="-400049" lvl="2" marL="674370" rtl="0" algn="l">
              <a:lnSpc>
                <a:spcPct val="107000"/>
              </a:lnSpc>
              <a:spcBef>
                <a:spcPts val="2400"/>
              </a:spcBef>
              <a:spcAft>
                <a:spcPts val="0"/>
              </a:spcAft>
              <a:buSzPts val="1800"/>
              <a:buFont typeface="Arial"/>
              <a:buAutoNum type="romanLcPeriod"/>
            </a:pPr>
            <a:r>
              <a:rPr lang="en-IN" sz="1800">
                <a:latin typeface="Times New Roman"/>
                <a:ea typeface="Times New Roman"/>
                <a:cs typeface="Times New Roman"/>
                <a:sym typeface="Times New Roman"/>
              </a:rPr>
              <a:t>They had managed a few crises in the past, so they were able to handle this situation  well.</a:t>
            </a:r>
            <a:endParaRPr/>
          </a:p>
          <a:p>
            <a:pPr indent="-400049" lvl="2" marL="674370" rtl="0" algn="l">
              <a:lnSpc>
                <a:spcPct val="107000"/>
              </a:lnSpc>
              <a:spcBef>
                <a:spcPts val="2400"/>
              </a:spcBef>
              <a:spcAft>
                <a:spcPts val="0"/>
              </a:spcAft>
              <a:buSzPts val="1800"/>
              <a:buFont typeface="Arial"/>
              <a:buAutoNum type="romanLcPeriod"/>
            </a:pPr>
            <a:r>
              <a:rPr lang="en-IN" sz="1800">
                <a:latin typeface="Times New Roman"/>
                <a:ea typeface="Times New Roman"/>
                <a:cs typeface="Times New Roman"/>
                <a:sym typeface="Times New Roman"/>
              </a:rPr>
              <a:t>An X-ray is a common imaging test that's been used for decades. </a:t>
            </a:r>
            <a:endParaRPr/>
          </a:p>
          <a:p>
            <a:pPr indent="-400049" lvl="2" marL="674370" rtl="0" algn="l">
              <a:lnSpc>
                <a:spcPct val="107000"/>
              </a:lnSpc>
              <a:spcBef>
                <a:spcPts val="2400"/>
              </a:spcBef>
              <a:spcAft>
                <a:spcPts val="0"/>
              </a:spcAft>
              <a:buSzPts val="1800"/>
              <a:buFont typeface="Arial"/>
              <a:buAutoNum type="romanLcPeriod"/>
            </a:pPr>
            <a:r>
              <a:rPr lang="en-IN" sz="1800">
                <a:latin typeface="Times New Roman"/>
                <a:ea typeface="Times New Roman"/>
                <a:cs typeface="Times New Roman"/>
                <a:sym typeface="Times New Roman"/>
              </a:rPr>
              <a:t>Holding an umbrella, the mysterious woman walked towards the car. </a:t>
            </a:r>
            <a:endParaRPr/>
          </a:p>
          <a:p>
            <a:pPr indent="-400049" lvl="2" marL="674370" rtl="0" algn="l">
              <a:lnSpc>
                <a:spcPct val="107000"/>
              </a:lnSpc>
              <a:spcBef>
                <a:spcPts val="2400"/>
              </a:spcBef>
              <a:spcAft>
                <a:spcPts val="0"/>
              </a:spcAft>
              <a:buSzPts val="1800"/>
              <a:buFont typeface="Arial"/>
              <a:buAutoNum type="romanLcPeriod"/>
            </a:pPr>
            <a:r>
              <a:rPr lang="en-IN" sz="1800">
                <a:latin typeface="Times New Roman"/>
                <a:ea typeface="Times New Roman"/>
                <a:cs typeface="Times New Roman"/>
                <a:sym typeface="Times New Roman"/>
              </a:rPr>
              <a:t>I told my friend that I am waiting for her at the post office in her college. </a:t>
            </a:r>
            <a:endParaRPr/>
          </a:p>
          <a:p>
            <a:pPr indent="-400049" lvl="2" marL="674370" rtl="0" algn="l">
              <a:lnSpc>
                <a:spcPct val="107000"/>
              </a:lnSpc>
              <a:spcBef>
                <a:spcPts val="2400"/>
              </a:spcBef>
              <a:spcAft>
                <a:spcPts val="0"/>
              </a:spcAft>
              <a:buSzPts val="1800"/>
              <a:buFont typeface="Arial"/>
              <a:buAutoNum type="romanLcPeriod"/>
            </a:pPr>
            <a:r>
              <a:rPr lang="en-IN" sz="1800">
                <a:latin typeface="Times New Roman"/>
                <a:ea typeface="Times New Roman"/>
                <a:cs typeface="Times New Roman"/>
                <a:sym typeface="Times New Roman"/>
              </a:rPr>
              <a:t>The setting of a story affects the story’s plot. </a:t>
            </a:r>
            <a:endParaRPr/>
          </a:p>
          <a:p>
            <a:pPr indent="-400049" lvl="2" marL="674370" rtl="0" algn="l">
              <a:lnSpc>
                <a:spcPct val="107000"/>
              </a:lnSpc>
              <a:spcBef>
                <a:spcPts val="2400"/>
              </a:spcBef>
              <a:spcAft>
                <a:spcPts val="0"/>
              </a:spcAft>
              <a:buSzPts val="1800"/>
              <a:buFont typeface="Arial"/>
              <a:buAutoNum type="romanLcPeriod"/>
            </a:pPr>
            <a:r>
              <a:rPr lang="en-IN" sz="1800">
                <a:latin typeface="Times New Roman"/>
                <a:ea typeface="Times New Roman"/>
                <a:cs typeface="Times New Roman"/>
                <a:sym typeface="Times New Roman"/>
              </a:rPr>
              <a:t>When I entered the room the water jug was on the table. </a:t>
            </a:r>
            <a:endParaRPr sz="1800">
              <a:latin typeface="Times New Roman"/>
              <a:ea typeface="Times New Roman"/>
              <a:cs typeface="Times New Roman"/>
              <a:sym typeface="Times New Roman"/>
            </a:endParaRPr>
          </a:p>
          <a:p>
            <a:pPr indent="-285749" lvl="2" marL="674370" rtl="0" algn="l">
              <a:lnSpc>
                <a:spcPct val="107000"/>
              </a:lnSpc>
              <a:spcBef>
                <a:spcPts val="2400"/>
              </a:spcBef>
              <a:spcAft>
                <a:spcPts val="800"/>
              </a:spcAft>
              <a:buSzPts val="1800"/>
              <a:buFont typeface="Arial"/>
              <a:buNone/>
            </a:pPr>
            <a:r>
              <a:t/>
            </a:r>
            <a:endParaRPr sz="2500">
              <a:latin typeface="Times New Roman"/>
              <a:ea typeface="Times New Roman"/>
              <a:cs typeface="Times New Roman"/>
              <a:sym typeface="Times New Roman"/>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30"/>
          <p:cNvSpPr txBox="1"/>
          <p:nvPr>
            <p:ph type="title"/>
          </p:nvPr>
        </p:nvSpPr>
        <p:spPr>
          <a:xfrm>
            <a:off x="3323974" y="1956619"/>
            <a:ext cx="5751199" cy="1472381"/>
          </a:xfrm>
          <a:prstGeom prst="rect">
            <a:avLst/>
          </a:prstGeom>
          <a:solidFill>
            <a:srgbClr val="DCF1E7"/>
          </a:solidFill>
          <a:ln cap="flat" cmpd="sng" w="9525">
            <a:solidFill>
              <a:srgbClr val="002060"/>
            </a:solidFill>
            <a:prstDash val="solid"/>
            <a:round/>
            <a:headEnd len="sm" w="sm" type="none"/>
            <a:tailEnd len="sm" w="sm" type="none"/>
          </a:ln>
        </p:spPr>
        <p:txBody>
          <a:bodyPr anchorCtr="0" anchor="b" bIns="45700" lIns="91425" spcFirstLastPara="1" rIns="91425" wrap="square" tIns="45700">
            <a:noAutofit/>
          </a:bodyPr>
          <a:lstStyle/>
          <a:p>
            <a:pPr indent="0" lvl="0" marL="0" rtl="0" algn="ctr">
              <a:lnSpc>
                <a:spcPct val="110000"/>
              </a:lnSpc>
              <a:spcBef>
                <a:spcPts val="0"/>
              </a:spcBef>
              <a:spcAft>
                <a:spcPts val="0"/>
              </a:spcAft>
              <a:buClr>
                <a:schemeClr val="dk2"/>
              </a:buClr>
              <a:buSzPts val="6000"/>
              <a:buFont typeface="Bell MT"/>
              <a:buNone/>
            </a:pPr>
            <a:r>
              <a:rPr b="1" lang="en-IN" sz="4000">
                <a:latin typeface="Bell MT"/>
                <a:ea typeface="Bell MT"/>
                <a:cs typeface="Bell MT"/>
                <a:sym typeface="Bell MT"/>
              </a:rPr>
              <a:t>Joining and Parsing of Sentences</a:t>
            </a:r>
            <a:endParaRPr b="1" sz="4000">
              <a:latin typeface="Bell MT"/>
              <a:ea typeface="Bell MT"/>
              <a:cs typeface="Bell MT"/>
              <a:sym typeface="Bell MT"/>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31"/>
          <p:cNvSpPr txBox="1"/>
          <p:nvPr>
            <p:ph type="title"/>
          </p:nvPr>
        </p:nvSpPr>
        <p:spPr>
          <a:xfrm>
            <a:off x="293990" y="142264"/>
            <a:ext cx="11360800" cy="763600"/>
          </a:xfrm>
          <a:prstGeom prst="rect">
            <a:avLst/>
          </a:prstGeom>
          <a:noFill/>
          <a:ln>
            <a:noFill/>
          </a:ln>
        </p:spPr>
        <p:txBody>
          <a:bodyPr anchorCtr="0" anchor="t" bIns="121900" lIns="121900" spcFirstLastPara="1" rIns="121900" wrap="square" tIns="121900">
            <a:noAutofit/>
          </a:bodyPr>
          <a:lstStyle/>
          <a:p>
            <a:pPr indent="0" lvl="0" marL="0" rtl="0" algn="l">
              <a:lnSpc>
                <a:spcPct val="100000"/>
              </a:lnSpc>
              <a:spcBef>
                <a:spcPts val="0"/>
              </a:spcBef>
              <a:spcAft>
                <a:spcPts val="0"/>
              </a:spcAft>
              <a:buSzPts val="5600"/>
              <a:buNone/>
            </a:pPr>
            <a:r>
              <a:rPr b="1" lang="en-IN" sz="2000">
                <a:latin typeface="Times New Roman"/>
                <a:ea typeface="Times New Roman"/>
                <a:cs typeface="Times New Roman"/>
                <a:sym typeface="Times New Roman"/>
              </a:rPr>
              <a:t>Use the following coordinating , corelative and subordinating conjunctions to make compound/ complex sentences. Parse the sentences you have made. </a:t>
            </a:r>
            <a:endParaRPr b="1" sz="2000">
              <a:latin typeface="Times New Roman"/>
              <a:ea typeface="Times New Roman"/>
              <a:cs typeface="Times New Roman"/>
              <a:sym typeface="Times New Roman"/>
            </a:endParaRPr>
          </a:p>
        </p:txBody>
      </p:sp>
      <p:sp>
        <p:nvSpPr>
          <p:cNvPr id="257" name="Google Shape;257;p31"/>
          <p:cNvSpPr txBox="1"/>
          <p:nvPr>
            <p:ph idx="1" type="body"/>
          </p:nvPr>
        </p:nvSpPr>
        <p:spPr>
          <a:xfrm>
            <a:off x="293990" y="1154727"/>
            <a:ext cx="11360800" cy="5358367"/>
          </a:xfrm>
          <a:prstGeom prst="rect">
            <a:avLst/>
          </a:prstGeom>
          <a:noFill/>
          <a:ln>
            <a:noFill/>
          </a:ln>
        </p:spPr>
        <p:txBody>
          <a:bodyPr anchorCtr="0" anchor="t" bIns="121900" lIns="121900" spcFirstLastPara="1" rIns="121900" wrap="square" tIns="121900">
            <a:noAutofit/>
          </a:bodyPr>
          <a:lstStyle/>
          <a:p>
            <a:pPr indent="-474120" lvl="0" marL="609585" rtl="0" algn="l">
              <a:lnSpc>
                <a:spcPct val="115000"/>
              </a:lnSpc>
              <a:spcBef>
                <a:spcPts val="0"/>
              </a:spcBef>
              <a:spcAft>
                <a:spcPts val="0"/>
              </a:spcAft>
              <a:buSzPts val="2000"/>
              <a:buAutoNum type="arabicPeriod"/>
            </a:pPr>
            <a:r>
              <a:rPr lang="en-IN" sz="3000">
                <a:latin typeface="Times New Roman"/>
                <a:ea typeface="Times New Roman"/>
                <a:cs typeface="Times New Roman"/>
                <a:sym typeface="Times New Roman"/>
              </a:rPr>
              <a:t>And</a:t>
            </a:r>
            <a:endParaRPr/>
          </a:p>
          <a:p>
            <a:pPr indent="0" lvl="0" marL="135464" rtl="0" algn="l">
              <a:lnSpc>
                <a:spcPct val="115000"/>
              </a:lnSpc>
              <a:spcBef>
                <a:spcPts val="0"/>
              </a:spcBef>
              <a:spcAft>
                <a:spcPts val="0"/>
              </a:spcAft>
              <a:buSzPts val="2000"/>
              <a:buNone/>
            </a:pPr>
            <a:r>
              <a:rPr b="1" lang="en-IN" sz="3000">
                <a:solidFill>
                  <a:srgbClr val="C00000"/>
                </a:solidFill>
                <a:latin typeface="Times New Roman"/>
                <a:ea typeface="Times New Roman"/>
                <a:cs typeface="Times New Roman"/>
                <a:sym typeface="Times New Roman"/>
              </a:rPr>
              <a:t>Example: </a:t>
            </a:r>
            <a:r>
              <a:rPr lang="en-IN" sz="3000">
                <a:solidFill>
                  <a:srgbClr val="C00000"/>
                </a:solidFill>
                <a:latin typeface="Times New Roman"/>
                <a:ea typeface="Times New Roman"/>
                <a:cs typeface="Times New Roman"/>
                <a:sym typeface="Times New Roman"/>
              </a:rPr>
              <a:t>I went to the market nearby and bought scented candles. </a:t>
            </a:r>
            <a:endParaRPr/>
          </a:p>
          <a:p>
            <a:pPr indent="0" lvl="0" marL="135464" rtl="0" algn="l">
              <a:lnSpc>
                <a:spcPct val="115000"/>
              </a:lnSpc>
              <a:spcBef>
                <a:spcPts val="0"/>
              </a:spcBef>
              <a:spcAft>
                <a:spcPts val="0"/>
              </a:spcAft>
              <a:buSzPts val="2000"/>
              <a:buNone/>
            </a:pPr>
            <a:r>
              <a:rPr lang="en-IN" sz="3000">
                <a:solidFill>
                  <a:srgbClr val="C00000"/>
                </a:solidFill>
                <a:latin typeface="Times New Roman"/>
                <a:ea typeface="Times New Roman"/>
                <a:cs typeface="Times New Roman"/>
                <a:sym typeface="Times New Roman"/>
              </a:rPr>
              <a:t>I: Subject (noun), went: verb (past tense), to: preposition, the: definite article, market: object (noun), nearby: adjective, and: coordinating conjunction, bought: verb (past), scented: adjective, candles: object of the verb bought (noun). </a:t>
            </a:r>
            <a:endParaRPr/>
          </a:p>
          <a:p>
            <a:pPr indent="0" lvl="0" marL="135464" rtl="0" algn="l">
              <a:lnSpc>
                <a:spcPct val="115000"/>
              </a:lnSpc>
              <a:spcBef>
                <a:spcPts val="0"/>
              </a:spcBef>
              <a:spcAft>
                <a:spcPts val="0"/>
              </a:spcAft>
              <a:buSzPts val="2000"/>
              <a:buNone/>
            </a:pPr>
            <a:r>
              <a:t/>
            </a:r>
            <a:endParaRPr sz="3000">
              <a:latin typeface="Times New Roman"/>
              <a:ea typeface="Times New Roman"/>
              <a:cs typeface="Times New Roman"/>
              <a:sym typeface="Times New Roman"/>
            </a:endParaRPr>
          </a:p>
          <a:p>
            <a:pPr indent="0" lvl="0" marL="135464" rtl="0" algn="l">
              <a:lnSpc>
                <a:spcPct val="115000"/>
              </a:lnSpc>
              <a:spcBef>
                <a:spcPts val="0"/>
              </a:spcBef>
              <a:spcAft>
                <a:spcPts val="0"/>
              </a:spcAft>
              <a:buSzPts val="2000"/>
              <a:buNone/>
            </a:pPr>
            <a:r>
              <a:rPr lang="en-IN" sz="3000">
                <a:latin typeface="Times New Roman"/>
                <a:ea typeface="Times New Roman"/>
                <a:cs typeface="Times New Roman"/>
                <a:sym typeface="Times New Roman"/>
              </a:rPr>
              <a:t>Although, If, Neither/ nor, When, However, But, Since, For, Before</a:t>
            </a:r>
            <a:endParaRPr/>
          </a:p>
          <a:p>
            <a:pPr indent="0" lvl="0" marL="135464" rtl="0" algn="l">
              <a:lnSpc>
                <a:spcPct val="115000"/>
              </a:lnSpc>
              <a:spcBef>
                <a:spcPts val="0"/>
              </a:spcBef>
              <a:spcAft>
                <a:spcPts val="0"/>
              </a:spcAft>
              <a:buSzPts val="2000"/>
              <a:buNone/>
            </a:pPr>
            <a:r>
              <a:t/>
            </a:r>
            <a:endParaRPr sz="3000">
              <a:latin typeface="Times New Roman"/>
              <a:ea typeface="Times New Roman"/>
              <a:cs typeface="Times New Roman"/>
              <a:sym typeface="Times New Roman"/>
            </a:endParaRPr>
          </a:p>
          <a:p>
            <a:pPr indent="-347121" lvl="0" marL="609585" rtl="0" algn="l">
              <a:lnSpc>
                <a:spcPct val="115000"/>
              </a:lnSpc>
              <a:spcBef>
                <a:spcPts val="0"/>
              </a:spcBef>
              <a:spcAft>
                <a:spcPts val="0"/>
              </a:spcAft>
              <a:buSzPts val="2000"/>
              <a:buNone/>
            </a:pPr>
            <a:r>
              <a:t/>
            </a:r>
            <a:endParaRPr sz="2800">
              <a:latin typeface="Times New Roman"/>
              <a:ea typeface="Times New Roman"/>
              <a:cs typeface="Times New Roman"/>
              <a:sym typeface="Times New Roman"/>
            </a:endParaRPr>
          </a:p>
          <a:p>
            <a:pPr indent="-347121" lvl="0" marL="609585" rtl="0" algn="l">
              <a:lnSpc>
                <a:spcPct val="115000"/>
              </a:lnSpc>
              <a:spcBef>
                <a:spcPts val="0"/>
              </a:spcBef>
              <a:spcAft>
                <a:spcPts val="0"/>
              </a:spcAft>
              <a:buSzPts val="2000"/>
              <a:buNone/>
            </a:pPr>
            <a:r>
              <a:t/>
            </a:r>
            <a:endParaRPr sz="2800">
              <a:latin typeface="Times New Roman"/>
              <a:ea typeface="Times New Roman"/>
              <a:cs typeface="Times New Roman"/>
              <a:sym typeface="Times New Roman"/>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Luxe">
  <a:themeElements>
    <a:clrScheme name="Luxe">
      <a:dk1>
        <a:srgbClr val="000000"/>
      </a:dk1>
      <a:lt1>
        <a:srgbClr val="FFFFFF"/>
      </a:lt1>
      <a:dk2>
        <a:srgbClr val="B7B7B7"/>
      </a:dk2>
      <a:lt2>
        <a:srgbClr val="CCA677"/>
      </a:lt2>
      <a:accent1>
        <a:srgbClr val="5D4037"/>
      </a:accent1>
      <a:accent2>
        <a:srgbClr val="455A64"/>
      </a:accent2>
      <a:accent3>
        <a:srgbClr val="57BB8A"/>
      </a:accent3>
      <a:accent4>
        <a:srgbClr val="78909C"/>
      </a:accent4>
      <a:accent5>
        <a:srgbClr val="607D8B"/>
      </a:accent5>
      <a:accent6>
        <a:srgbClr val="DCE755"/>
      </a:accent6>
      <a:hlink>
        <a:srgbClr val="607D8B"/>
      </a:hlink>
      <a:folHlink>
        <a:srgbClr val="607D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