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Lst>
  <p:sldSz cy="6858000" cx="12192000"/>
  <p:notesSz cx="6858000" cy="9144000"/>
  <p:embeddedFontLst>
    <p:embeddedFont>
      <p:font typeface="Bell MT"/>
      <p:regular r:id="rId43"/>
      <p:bold r:id="rId44"/>
      <p:italic r:id="rId45"/>
      <p:boldItalic r:id="rId4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47" roundtripDataSignature="AMtx7mhqsmyG1VwfteMWEt7ganfMFPTHg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4E657191-9533-4C51-992F-CF23418656C9}">
  <a:tblStyle styleId="{4E657191-9533-4C51-992F-CF23418656C9}" styleName="Table_0">
    <a:wholeTbl>
      <a:tcTxStyle b="off" i="off">
        <a:font>
          <a:latin typeface="Bembo"/>
          <a:ea typeface="Bembo"/>
          <a:cs typeface="Bembo"/>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F4EEE8"/>
          </a:solidFill>
        </a:fill>
      </a:tcStyle>
    </a:wholeTbl>
    <a:band1H>
      <a:tcTxStyle/>
      <a:tcStyle>
        <a:fill>
          <a:solidFill>
            <a:srgbClr val="E9DCCF"/>
          </a:solidFill>
        </a:fill>
      </a:tcStyle>
    </a:band1H>
    <a:band2H>
      <a:tcTxStyle/>
    </a:band2H>
    <a:band1V>
      <a:tcTxStyle/>
      <a:tcStyle>
        <a:fill>
          <a:solidFill>
            <a:srgbClr val="E9DCCF"/>
          </a:solidFill>
        </a:fill>
      </a:tcStyle>
    </a:band1V>
    <a:band2V>
      <a:tcTxStyle/>
    </a:band2V>
    <a:lastCol>
      <a:tcTxStyle b="on" i="off">
        <a:font>
          <a:latin typeface="Bembo"/>
          <a:ea typeface="Bembo"/>
          <a:cs typeface="Bembo"/>
        </a:font>
        <a:schemeClr val="lt1"/>
      </a:tcTxStyle>
      <a:tcStyle>
        <a:fill>
          <a:solidFill>
            <a:schemeClr val="accent1"/>
          </a:solidFill>
        </a:fill>
      </a:tcStyle>
    </a:lastCol>
    <a:firstCol>
      <a:tcTxStyle b="on" i="off">
        <a:font>
          <a:latin typeface="Bembo"/>
          <a:ea typeface="Bembo"/>
          <a:cs typeface="Bembo"/>
        </a:font>
        <a:schemeClr val="lt1"/>
      </a:tcTxStyle>
      <a:tcStyle>
        <a:fill>
          <a:solidFill>
            <a:schemeClr val="accent1"/>
          </a:solidFill>
        </a:fill>
      </a:tcStyle>
    </a:firstCol>
    <a:lastRow>
      <a:tcTxStyle b="on" i="off">
        <a:font>
          <a:latin typeface="Bembo"/>
          <a:ea typeface="Bembo"/>
          <a:cs typeface="Bembo"/>
        </a:font>
        <a:schemeClr val="lt1"/>
      </a:tcTxStyle>
      <a:tcStyle>
        <a:tcBdr>
          <a:top>
            <a:ln cap="flat" cmpd="sng" w="38100">
              <a:solidFill>
                <a:schemeClr val="lt1"/>
              </a:solidFill>
              <a:prstDash val="solid"/>
              <a:round/>
              <a:headEnd len="sm" w="sm" type="none"/>
              <a:tailEnd len="sm" w="sm" type="none"/>
            </a:ln>
          </a:top>
        </a:tcBdr>
        <a:fill>
          <a:solidFill>
            <a:schemeClr val="accent1"/>
          </a:solidFill>
        </a:fill>
      </a:tcStyle>
    </a:lastRow>
    <a:seCell>
      <a:tcTxStyle/>
    </a:seCell>
    <a:swCell>
      <a:tcTxStyle/>
    </a:swCell>
    <a:firstRow>
      <a:tcTxStyle b="on" i="off">
        <a:font>
          <a:latin typeface="Bembo"/>
          <a:ea typeface="Bembo"/>
          <a:cs typeface="Bembo"/>
        </a:font>
        <a:schemeClr val="lt1"/>
      </a:tcTxStyle>
      <a:tcStyle>
        <a:tcBdr>
          <a:bottom>
            <a:ln cap="flat" cmpd="sng" w="38100">
              <a:solidFill>
                <a:schemeClr val="lt1"/>
              </a:solidFill>
              <a:prstDash val="solid"/>
              <a:round/>
              <a:headEnd len="sm" w="sm" type="none"/>
              <a:tailEnd len="sm" w="sm" type="none"/>
            </a:ln>
          </a:bottom>
        </a:tcBdr>
        <a:fill>
          <a:solidFill>
            <a:schemeClr val="accent1"/>
          </a:solidFill>
        </a:fill>
      </a:tcStyle>
    </a:firstRow>
    <a:neCell>
      <a:tcTxStyle/>
    </a:neCell>
    <a:nwCell>
      <a:tcTxStyle/>
    </a:nwCell>
  </a:tblStyle>
</a:tblStyleLst>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20" Type="http://schemas.openxmlformats.org/officeDocument/2006/relationships/slide" Target="slides/slide15.xml"/><Relationship Id="rId42" Type="http://schemas.openxmlformats.org/officeDocument/2006/relationships/slide" Target="slides/slide37.xml"/><Relationship Id="rId41" Type="http://schemas.openxmlformats.org/officeDocument/2006/relationships/slide" Target="slides/slide36.xml"/><Relationship Id="rId22" Type="http://schemas.openxmlformats.org/officeDocument/2006/relationships/slide" Target="slides/slide17.xml"/><Relationship Id="rId44" Type="http://schemas.openxmlformats.org/officeDocument/2006/relationships/font" Target="fonts/BellMT-bold.fntdata"/><Relationship Id="rId21" Type="http://schemas.openxmlformats.org/officeDocument/2006/relationships/slide" Target="slides/slide16.xml"/><Relationship Id="rId43" Type="http://schemas.openxmlformats.org/officeDocument/2006/relationships/font" Target="fonts/BellMT-regular.fntdata"/><Relationship Id="rId24" Type="http://schemas.openxmlformats.org/officeDocument/2006/relationships/slide" Target="slides/slide19.xml"/><Relationship Id="rId46" Type="http://schemas.openxmlformats.org/officeDocument/2006/relationships/font" Target="fonts/BellMT-boldItalic.fntdata"/><Relationship Id="rId23" Type="http://schemas.openxmlformats.org/officeDocument/2006/relationships/slide" Target="slides/slide18.xml"/><Relationship Id="rId45" Type="http://schemas.openxmlformats.org/officeDocument/2006/relationships/font" Target="fonts/BellMT-italic.fntdata"/><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47" Type="http://customschemas.google.com/relationships/presentationmetadata" Target="metadata"/><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11" Type="http://schemas.openxmlformats.org/officeDocument/2006/relationships/slide" Target="slides/slide6.xml"/><Relationship Id="rId33" Type="http://schemas.openxmlformats.org/officeDocument/2006/relationships/slide" Target="slides/slide28.xml"/><Relationship Id="rId10" Type="http://schemas.openxmlformats.org/officeDocument/2006/relationships/slide" Target="slides/slide5.xml"/><Relationship Id="rId32" Type="http://schemas.openxmlformats.org/officeDocument/2006/relationships/slide" Target="slides/slide27.xml"/><Relationship Id="rId13" Type="http://schemas.openxmlformats.org/officeDocument/2006/relationships/slide" Target="slides/slide8.xml"/><Relationship Id="rId35" Type="http://schemas.openxmlformats.org/officeDocument/2006/relationships/slide" Target="slides/slide30.xml"/><Relationship Id="rId12" Type="http://schemas.openxmlformats.org/officeDocument/2006/relationships/slide" Target="slides/slide7.xml"/><Relationship Id="rId34" Type="http://schemas.openxmlformats.org/officeDocument/2006/relationships/slide" Target="slides/slide29.xml"/><Relationship Id="rId15" Type="http://schemas.openxmlformats.org/officeDocument/2006/relationships/slide" Target="slides/slide10.xml"/><Relationship Id="rId37" Type="http://schemas.openxmlformats.org/officeDocument/2006/relationships/slide" Target="slides/slide32.xml"/><Relationship Id="rId14" Type="http://schemas.openxmlformats.org/officeDocument/2006/relationships/slide" Target="slides/slide9.xml"/><Relationship Id="rId36" Type="http://schemas.openxmlformats.org/officeDocument/2006/relationships/slide" Target="slides/slide31.xml"/><Relationship Id="rId17" Type="http://schemas.openxmlformats.org/officeDocument/2006/relationships/slide" Target="slides/slide12.xml"/><Relationship Id="rId39" Type="http://schemas.openxmlformats.org/officeDocument/2006/relationships/slide" Target="slides/slide34.xml"/><Relationship Id="rId16" Type="http://schemas.openxmlformats.org/officeDocument/2006/relationships/slide" Target="slides/slide11.xml"/><Relationship Id="rId38" Type="http://schemas.openxmlformats.org/officeDocument/2006/relationships/slide" Target="slides/slide33.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3" name="Google Shape;93;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6" name="Google Shape;106;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3" name="Google Shape;113;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7" name="Google Shape;127;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1" name="Google Shape;141;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2" name="Google Shape;152;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8" name="Google Shape;158;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3" name="Google Shape;163;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9" name="Google Shape;169;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p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4" name="Google Shape;174;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p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0" name="Google Shape;180;p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 name="Shape 183"/>
        <p:cNvGrpSpPr/>
        <p:nvPr/>
      </p:nvGrpSpPr>
      <p:grpSpPr>
        <a:xfrm>
          <a:off x="0" y="0"/>
          <a:ext cx="0" cy="0"/>
          <a:chOff x="0" y="0"/>
          <a:chExt cx="0" cy="0"/>
        </a:xfrm>
      </p:grpSpPr>
      <p:sp>
        <p:nvSpPr>
          <p:cNvPr id="184" name="Google Shape;184;p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5" name="Google Shape;185;p1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 name="Shape 188"/>
        <p:cNvGrpSpPr/>
        <p:nvPr/>
      </p:nvGrpSpPr>
      <p:grpSpPr>
        <a:xfrm>
          <a:off x="0" y="0"/>
          <a:ext cx="0" cy="0"/>
          <a:chOff x="0" y="0"/>
          <a:chExt cx="0" cy="0"/>
        </a:xfrm>
      </p:grpSpPr>
      <p:sp>
        <p:nvSpPr>
          <p:cNvPr id="189" name="Google Shape;189;p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0" name="Google Shape;190;p1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p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6" name="Google Shape;196;p1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p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1" name="Google Shape;201;p1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p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6" name="Google Shape;206;p1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0" name="Shape 210"/>
        <p:cNvGrpSpPr/>
        <p:nvPr/>
      </p:nvGrpSpPr>
      <p:grpSpPr>
        <a:xfrm>
          <a:off x="0" y="0"/>
          <a:ext cx="0" cy="0"/>
          <a:chOff x="0" y="0"/>
          <a:chExt cx="0" cy="0"/>
        </a:xfrm>
      </p:grpSpPr>
      <p:sp>
        <p:nvSpPr>
          <p:cNvPr id="211" name="Google Shape;211;p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2" name="Google Shape;212;p1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7" name="Shape 217"/>
        <p:cNvGrpSpPr/>
        <p:nvPr/>
      </p:nvGrpSpPr>
      <p:grpSpPr>
        <a:xfrm>
          <a:off x="0" y="0"/>
          <a:ext cx="0" cy="0"/>
          <a:chOff x="0" y="0"/>
          <a:chExt cx="0" cy="0"/>
        </a:xfrm>
      </p:grpSpPr>
      <p:sp>
        <p:nvSpPr>
          <p:cNvPr id="218" name="Google Shape;218;p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9" name="Google Shape;219;p1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2" name="Shape 222"/>
        <p:cNvGrpSpPr/>
        <p:nvPr/>
      </p:nvGrpSpPr>
      <p:grpSpPr>
        <a:xfrm>
          <a:off x="0" y="0"/>
          <a:ext cx="0" cy="0"/>
          <a:chOff x="0" y="0"/>
          <a:chExt cx="0" cy="0"/>
        </a:xfrm>
      </p:grpSpPr>
      <p:sp>
        <p:nvSpPr>
          <p:cNvPr id="223" name="Google Shape;223;p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4" name="Google Shape;224;p1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8" name="Shape 228"/>
        <p:cNvGrpSpPr/>
        <p:nvPr/>
      </p:nvGrpSpPr>
      <p:grpSpPr>
        <a:xfrm>
          <a:off x="0" y="0"/>
          <a:ext cx="0" cy="0"/>
          <a:chOff x="0" y="0"/>
          <a:chExt cx="0" cy="0"/>
        </a:xfrm>
      </p:grpSpPr>
      <p:sp>
        <p:nvSpPr>
          <p:cNvPr id="229" name="Google Shape;229;p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30" name="Google Shape;230;p2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3" name="Shape 233"/>
        <p:cNvGrpSpPr/>
        <p:nvPr/>
      </p:nvGrpSpPr>
      <p:grpSpPr>
        <a:xfrm>
          <a:off x="0" y="0"/>
          <a:ext cx="0" cy="0"/>
          <a:chOff x="0" y="0"/>
          <a:chExt cx="0" cy="0"/>
        </a:xfrm>
      </p:grpSpPr>
      <p:sp>
        <p:nvSpPr>
          <p:cNvPr id="234" name="Google Shape;234;p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35" name="Google Shape;235;p2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8" name="Shape 238"/>
        <p:cNvGrpSpPr/>
        <p:nvPr/>
      </p:nvGrpSpPr>
      <p:grpSpPr>
        <a:xfrm>
          <a:off x="0" y="0"/>
          <a:ext cx="0" cy="0"/>
          <a:chOff x="0" y="0"/>
          <a:chExt cx="0" cy="0"/>
        </a:xfrm>
      </p:grpSpPr>
      <p:sp>
        <p:nvSpPr>
          <p:cNvPr id="239" name="Google Shape;239;p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40" name="Google Shape;240;p2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4" name="Shape 244"/>
        <p:cNvGrpSpPr/>
        <p:nvPr/>
      </p:nvGrpSpPr>
      <p:grpSpPr>
        <a:xfrm>
          <a:off x="0" y="0"/>
          <a:ext cx="0" cy="0"/>
          <a:chOff x="0" y="0"/>
          <a:chExt cx="0" cy="0"/>
        </a:xfrm>
      </p:grpSpPr>
      <p:sp>
        <p:nvSpPr>
          <p:cNvPr id="245" name="Google Shape;245;p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46" name="Google Shape;246;p2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9" name="Shape 249"/>
        <p:cNvGrpSpPr/>
        <p:nvPr/>
      </p:nvGrpSpPr>
      <p:grpSpPr>
        <a:xfrm>
          <a:off x="0" y="0"/>
          <a:ext cx="0" cy="0"/>
          <a:chOff x="0" y="0"/>
          <a:chExt cx="0" cy="0"/>
        </a:xfrm>
      </p:grpSpPr>
      <p:sp>
        <p:nvSpPr>
          <p:cNvPr id="250" name="Google Shape;250;p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51" name="Google Shape;251;p2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4" name="Shape 254"/>
        <p:cNvGrpSpPr/>
        <p:nvPr/>
      </p:nvGrpSpPr>
      <p:grpSpPr>
        <a:xfrm>
          <a:off x="0" y="0"/>
          <a:ext cx="0" cy="0"/>
          <a:chOff x="0" y="0"/>
          <a:chExt cx="0" cy="0"/>
        </a:xfrm>
      </p:grpSpPr>
      <p:sp>
        <p:nvSpPr>
          <p:cNvPr id="255" name="Google Shape;255;p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56" name="Google Shape;256;p2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0" name="Shape 260"/>
        <p:cNvGrpSpPr/>
        <p:nvPr/>
      </p:nvGrpSpPr>
      <p:grpSpPr>
        <a:xfrm>
          <a:off x="0" y="0"/>
          <a:ext cx="0" cy="0"/>
          <a:chOff x="0" y="0"/>
          <a:chExt cx="0" cy="0"/>
        </a:xfrm>
      </p:grpSpPr>
      <p:sp>
        <p:nvSpPr>
          <p:cNvPr id="261" name="Google Shape;261;p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62" name="Google Shape;262;p2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5" name="Shape 265"/>
        <p:cNvGrpSpPr/>
        <p:nvPr/>
      </p:nvGrpSpPr>
      <p:grpSpPr>
        <a:xfrm>
          <a:off x="0" y="0"/>
          <a:ext cx="0" cy="0"/>
          <a:chOff x="0" y="0"/>
          <a:chExt cx="0" cy="0"/>
        </a:xfrm>
      </p:grpSpPr>
      <p:sp>
        <p:nvSpPr>
          <p:cNvPr id="266" name="Google Shape;266;p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67" name="Google Shape;267;p2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1" name="Shape 271"/>
        <p:cNvGrpSpPr/>
        <p:nvPr/>
      </p:nvGrpSpPr>
      <p:grpSpPr>
        <a:xfrm>
          <a:off x="0" y="0"/>
          <a:ext cx="0" cy="0"/>
          <a:chOff x="0" y="0"/>
          <a:chExt cx="0" cy="0"/>
        </a:xfrm>
      </p:grpSpPr>
      <p:sp>
        <p:nvSpPr>
          <p:cNvPr id="272" name="Google Shape;272;p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73" name="Google Shape;273;p2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6" name="Shape 276"/>
        <p:cNvGrpSpPr/>
        <p:nvPr/>
      </p:nvGrpSpPr>
      <p:grpSpPr>
        <a:xfrm>
          <a:off x="0" y="0"/>
          <a:ext cx="0" cy="0"/>
          <a:chOff x="0" y="0"/>
          <a:chExt cx="0" cy="0"/>
        </a:xfrm>
      </p:grpSpPr>
      <p:sp>
        <p:nvSpPr>
          <p:cNvPr id="277" name="Google Shape;277;p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78" name="Google Shape;278;p2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2" name="Shape 282"/>
        <p:cNvGrpSpPr/>
        <p:nvPr/>
      </p:nvGrpSpPr>
      <p:grpSpPr>
        <a:xfrm>
          <a:off x="0" y="0"/>
          <a:ext cx="0" cy="0"/>
          <a:chOff x="0" y="0"/>
          <a:chExt cx="0" cy="0"/>
        </a:xfrm>
      </p:grpSpPr>
      <p:sp>
        <p:nvSpPr>
          <p:cNvPr id="283" name="Google Shape;283;p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84" name="Google Shape;284;p3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7" name="Shape 287"/>
        <p:cNvGrpSpPr/>
        <p:nvPr/>
      </p:nvGrpSpPr>
      <p:grpSpPr>
        <a:xfrm>
          <a:off x="0" y="0"/>
          <a:ext cx="0" cy="0"/>
          <a:chOff x="0" y="0"/>
          <a:chExt cx="0" cy="0"/>
        </a:xfrm>
      </p:grpSpPr>
      <p:sp>
        <p:nvSpPr>
          <p:cNvPr id="288" name="Google Shape;288;p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89" name="Google Shape;289;p3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2" name="Shape 292"/>
        <p:cNvGrpSpPr/>
        <p:nvPr/>
      </p:nvGrpSpPr>
      <p:grpSpPr>
        <a:xfrm>
          <a:off x="0" y="0"/>
          <a:ext cx="0" cy="0"/>
          <a:chOff x="0" y="0"/>
          <a:chExt cx="0" cy="0"/>
        </a:xfrm>
      </p:grpSpPr>
      <p:sp>
        <p:nvSpPr>
          <p:cNvPr id="293" name="Google Shape;293;p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94" name="Google Shape;294;p3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7" name="Shape 297"/>
        <p:cNvGrpSpPr/>
        <p:nvPr/>
      </p:nvGrpSpPr>
      <p:grpSpPr>
        <a:xfrm>
          <a:off x="0" y="0"/>
          <a:ext cx="0" cy="0"/>
          <a:chOff x="0" y="0"/>
          <a:chExt cx="0" cy="0"/>
        </a:xfrm>
      </p:grpSpPr>
      <p:sp>
        <p:nvSpPr>
          <p:cNvPr id="298" name="Google Shape;298;p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99" name="Google Shape;299;p3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3" name="Shape 303"/>
        <p:cNvGrpSpPr/>
        <p:nvPr/>
      </p:nvGrpSpPr>
      <p:grpSpPr>
        <a:xfrm>
          <a:off x="0" y="0"/>
          <a:ext cx="0" cy="0"/>
          <a:chOff x="0" y="0"/>
          <a:chExt cx="0" cy="0"/>
        </a:xfrm>
      </p:grpSpPr>
      <p:sp>
        <p:nvSpPr>
          <p:cNvPr id="304" name="Google Shape;304;p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05" name="Google Shape;305;p3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8" name="Shape 308"/>
        <p:cNvGrpSpPr/>
        <p:nvPr/>
      </p:nvGrpSpPr>
      <p:grpSpPr>
        <a:xfrm>
          <a:off x="0" y="0"/>
          <a:ext cx="0" cy="0"/>
          <a:chOff x="0" y="0"/>
          <a:chExt cx="0" cy="0"/>
        </a:xfrm>
      </p:grpSpPr>
      <p:sp>
        <p:nvSpPr>
          <p:cNvPr id="309" name="Google Shape;309;p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10" name="Google Shape;310;p3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3" name="Shape 313"/>
        <p:cNvGrpSpPr/>
        <p:nvPr/>
      </p:nvGrpSpPr>
      <p:grpSpPr>
        <a:xfrm>
          <a:off x="0" y="0"/>
          <a:ext cx="0" cy="0"/>
          <a:chOff x="0" y="0"/>
          <a:chExt cx="0" cy="0"/>
        </a:xfrm>
      </p:grpSpPr>
      <p:sp>
        <p:nvSpPr>
          <p:cNvPr id="314" name="Google Shape;314;p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15" name="Google Shape;315;p3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0" name="Shape 320"/>
        <p:cNvGrpSpPr/>
        <p:nvPr/>
      </p:nvGrpSpPr>
      <p:grpSpPr>
        <a:xfrm>
          <a:off x="0" y="0"/>
          <a:ext cx="0" cy="0"/>
          <a:chOff x="0" y="0"/>
          <a:chExt cx="0" cy="0"/>
        </a:xfrm>
      </p:grpSpPr>
      <p:sp>
        <p:nvSpPr>
          <p:cNvPr id="321" name="Google Shape;321;p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22" name="Google Shape;322;p3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2" name="Shape 12"/>
        <p:cNvGrpSpPr/>
        <p:nvPr/>
      </p:nvGrpSpPr>
      <p:grpSpPr>
        <a:xfrm>
          <a:off x="0" y="0"/>
          <a:ext cx="0" cy="0"/>
          <a:chOff x="0" y="0"/>
          <a:chExt cx="0" cy="0"/>
        </a:xfrm>
      </p:grpSpPr>
      <p:sp>
        <p:nvSpPr>
          <p:cNvPr id="13" name="Google Shape;13;p39"/>
          <p:cNvSpPr/>
          <p:nvPr/>
        </p:nvSpPr>
        <p:spPr>
          <a:xfrm>
            <a:off x="160920" y="157606"/>
            <a:ext cx="11870161" cy="6542788"/>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14" name="Google Shape;14;p39"/>
          <p:cNvSpPr txBox="1"/>
          <p:nvPr>
            <p:ph type="ctrTitle"/>
          </p:nvPr>
        </p:nvSpPr>
        <p:spPr>
          <a:xfrm>
            <a:off x="2035130" y="1066800"/>
            <a:ext cx="8112369" cy="2073119"/>
          </a:xfrm>
          <a:prstGeom prst="rect">
            <a:avLst/>
          </a:prstGeom>
          <a:noFill/>
          <a:ln>
            <a:noFill/>
          </a:ln>
        </p:spPr>
        <p:txBody>
          <a:bodyPr anchorCtr="0" anchor="b" bIns="45700" lIns="91425" spcFirstLastPara="1" rIns="91425" wrap="square" tIns="45700">
            <a:normAutofit/>
          </a:bodyPr>
          <a:lstStyle>
            <a:lvl1pPr lvl="0" algn="ctr">
              <a:lnSpc>
                <a:spcPct val="110000"/>
              </a:lnSpc>
              <a:spcBef>
                <a:spcPts val="0"/>
              </a:spcBef>
              <a:spcAft>
                <a:spcPts val="0"/>
              </a:spcAft>
              <a:buClr>
                <a:schemeClr val="dk2"/>
              </a:buClr>
              <a:buSzPts val="2800"/>
              <a:buFont typeface="Arial"/>
              <a:buNone/>
              <a:defRPr sz="28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5" name="Google Shape;15;p39"/>
          <p:cNvSpPr txBox="1"/>
          <p:nvPr>
            <p:ph idx="1" type="subTitle"/>
          </p:nvPr>
        </p:nvSpPr>
        <p:spPr>
          <a:xfrm>
            <a:off x="2175804" y="4876802"/>
            <a:ext cx="7821637" cy="1028697"/>
          </a:xfrm>
          <a:prstGeom prst="rect">
            <a:avLst/>
          </a:prstGeom>
          <a:noFill/>
          <a:ln>
            <a:noFill/>
          </a:ln>
        </p:spPr>
        <p:txBody>
          <a:bodyPr anchorCtr="0" anchor="t" bIns="45700" lIns="91425" spcFirstLastPara="1" rIns="91425" wrap="square" tIns="45700">
            <a:normAutofit/>
          </a:bodyPr>
          <a:lstStyle>
            <a:lvl1pPr lvl="0" algn="ctr">
              <a:lnSpc>
                <a:spcPct val="100000"/>
              </a:lnSpc>
              <a:spcBef>
                <a:spcPts val="1000"/>
              </a:spcBef>
              <a:spcAft>
                <a:spcPts val="0"/>
              </a:spcAft>
              <a:buClr>
                <a:schemeClr val="dk2"/>
              </a:buClr>
              <a:buSzPts val="2000"/>
              <a:buFont typeface="Arial"/>
              <a:buNone/>
              <a:defRPr sz="2000"/>
            </a:lvl1pPr>
            <a:lvl2pPr lvl="1" algn="ctr">
              <a:lnSpc>
                <a:spcPct val="110000"/>
              </a:lnSpc>
              <a:spcBef>
                <a:spcPts val="500"/>
              </a:spcBef>
              <a:spcAft>
                <a:spcPts val="0"/>
              </a:spcAft>
              <a:buClr>
                <a:schemeClr val="dk2"/>
              </a:buClr>
              <a:buSzPts val="1700"/>
              <a:buNone/>
              <a:defRPr sz="2000"/>
            </a:lvl2pPr>
            <a:lvl3pPr lvl="2" algn="ctr">
              <a:lnSpc>
                <a:spcPct val="110000"/>
              </a:lnSpc>
              <a:spcBef>
                <a:spcPts val="500"/>
              </a:spcBef>
              <a:spcAft>
                <a:spcPts val="0"/>
              </a:spcAft>
              <a:buClr>
                <a:schemeClr val="dk2"/>
              </a:buClr>
              <a:buSzPts val="1800"/>
              <a:buFont typeface="Arial"/>
              <a:buNone/>
              <a:defRPr sz="1800"/>
            </a:lvl3pPr>
            <a:lvl4pPr lvl="3" algn="ctr">
              <a:lnSpc>
                <a:spcPct val="110000"/>
              </a:lnSpc>
              <a:spcBef>
                <a:spcPts val="500"/>
              </a:spcBef>
              <a:spcAft>
                <a:spcPts val="0"/>
              </a:spcAft>
              <a:buClr>
                <a:schemeClr val="dk2"/>
              </a:buClr>
              <a:buSzPts val="1600"/>
              <a:buNone/>
              <a:defRPr sz="1600"/>
            </a:lvl4pPr>
            <a:lvl5pPr lvl="4" algn="ctr">
              <a:lnSpc>
                <a:spcPct val="110000"/>
              </a:lnSpc>
              <a:spcBef>
                <a:spcPts val="500"/>
              </a:spcBef>
              <a:spcAft>
                <a:spcPts val="0"/>
              </a:spcAft>
              <a:buClr>
                <a:schemeClr val="dk2"/>
              </a:buClr>
              <a:buSzPts val="1600"/>
              <a:buFont typeface="Arial"/>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6" name="Google Shape;16;p39"/>
          <p:cNvSpPr txBox="1"/>
          <p:nvPr>
            <p:ph idx="10" type="dt"/>
          </p:nvPr>
        </p:nvSpPr>
        <p:spPr>
          <a:xfrm>
            <a:off x="354841" y="6245032"/>
            <a:ext cx="265938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7" name="Google Shape;17;p39"/>
          <p:cNvSpPr txBox="1"/>
          <p:nvPr>
            <p:ph idx="11" type="ftr"/>
          </p:nvPr>
        </p:nvSpPr>
        <p:spPr>
          <a:xfrm>
            <a:off x="7279965" y="6245352"/>
            <a:ext cx="411480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8" name="Google Shape;18;p39"/>
          <p:cNvSpPr txBox="1"/>
          <p:nvPr>
            <p:ph idx="12" type="sldNum"/>
          </p:nvPr>
        </p:nvSpPr>
        <p:spPr>
          <a:xfrm>
            <a:off x="11394765" y="6245032"/>
            <a:ext cx="524491"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grpSp>
        <p:nvGrpSpPr>
          <p:cNvPr id="19" name="Google Shape;19;p39"/>
          <p:cNvGrpSpPr/>
          <p:nvPr/>
        </p:nvGrpSpPr>
        <p:grpSpPr>
          <a:xfrm>
            <a:off x="5662258" y="4216652"/>
            <a:ext cx="867485" cy="163226"/>
            <a:chOff x="8910933" y="1837414"/>
            <a:chExt cx="867485" cy="163226"/>
          </a:xfrm>
        </p:grpSpPr>
        <p:sp>
          <p:nvSpPr>
            <p:cNvPr id="20" name="Google Shape;20;p39"/>
            <p:cNvSpPr/>
            <p:nvPr/>
          </p:nvSpPr>
          <p:spPr>
            <a:xfrm flipH="1" rot="-2635175">
              <a:off x="9286956" y="1861308"/>
              <a:ext cx="115439" cy="115439"/>
            </a:xfrm>
            <a:prstGeom prst="rect">
              <a:avLst/>
            </a:prstGeom>
            <a:noFill/>
            <a:ln cap="flat" cmpd="sng" w="15875">
              <a:solidFill>
                <a:schemeClr val="dk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cxnSp>
          <p:nvCxnSpPr>
            <p:cNvPr id="21" name="Google Shape;21;p39"/>
            <p:cNvCxnSpPr/>
            <p:nvPr/>
          </p:nvCxnSpPr>
          <p:spPr>
            <a:xfrm>
              <a:off x="9426289" y="1919027"/>
              <a:ext cx="352129" cy="0"/>
            </a:xfrm>
            <a:prstGeom prst="straightConnector1">
              <a:avLst/>
            </a:prstGeom>
            <a:noFill/>
            <a:ln cap="flat" cmpd="sng" w="15875">
              <a:solidFill>
                <a:schemeClr val="dk2"/>
              </a:solidFill>
              <a:prstDash val="solid"/>
              <a:miter lim="800000"/>
              <a:headEnd len="sm" w="sm" type="none"/>
              <a:tailEnd len="sm" w="sm" type="none"/>
            </a:ln>
          </p:spPr>
        </p:cxnSp>
        <p:cxnSp>
          <p:nvCxnSpPr>
            <p:cNvPr id="22" name="Google Shape;22;p39"/>
            <p:cNvCxnSpPr/>
            <p:nvPr/>
          </p:nvCxnSpPr>
          <p:spPr>
            <a:xfrm>
              <a:off x="8910933" y="1919027"/>
              <a:ext cx="352129" cy="0"/>
            </a:xfrm>
            <a:prstGeom prst="straightConnector1">
              <a:avLst/>
            </a:prstGeom>
            <a:noFill/>
            <a:ln cap="flat" cmpd="sng" w="15875">
              <a:solidFill>
                <a:schemeClr val="dk2"/>
              </a:solidFill>
              <a:prstDash val="solid"/>
              <a:miter lim="800000"/>
              <a:headEnd len="sm" w="sm" type="none"/>
              <a:tailEnd len="sm" w="sm" type="none"/>
            </a:ln>
          </p:spPr>
        </p:cxn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3" name="Shape 23"/>
        <p:cNvGrpSpPr/>
        <p:nvPr/>
      </p:nvGrpSpPr>
      <p:grpSpPr>
        <a:xfrm>
          <a:off x="0" y="0"/>
          <a:ext cx="0" cy="0"/>
          <a:chOff x="0" y="0"/>
          <a:chExt cx="0" cy="0"/>
        </a:xfrm>
      </p:grpSpPr>
      <p:sp>
        <p:nvSpPr>
          <p:cNvPr id="24" name="Google Shape;24;p40"/>
          <p:cNvSpPr txBox="1"/>
          <p:nvPr>
            <p:ph type="title"/>
          </p:nvPr>
        </p:nvSpPr>
        <p:spPr>
          <a:xfrm>
            <a:off x="1028700" y="723900"/>
            <a:ext cx="10134600" cy="1288489"/>
          </a:xfrm>
          <a:prstGeom prst="rect">
            <a:avLst/>
          </a:prstGeom>
          <a:noFill/>
          <a:ln>
            <a:noFill/>
          </a:ln>
        </p:spPr>
        <p:txBody>
          <a:bodyPr anchorCtr="0" anchor="b" bIns="45700" lIns="91425" spcFirstLastPara="1" rIns="91425" wrap="square" tIns="45700">
            <a:normAutofit/>
          </a:bodyPr>
          <a:lstStyle>
            <a:lvl1pPr lvl="0" algn="l">
              <a:lnSpc>
                <a:spcPct val="110000"/>
              </a:lnSpc>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5" name="Google Shape;25;p40"/>
          <p:cNvSpPr txBox="1"/>
          <p:nvPr>
            <p:ph idx="1" type="body"/>
          </p:nvPr>
        </p:nvSpPr>
        <p:spPr>
          <a:xfrm>
            <a:off x="1028700" y="2161903"/>
            <a:ext cx="10134600" cy="3969342"/>
          </a:xfrm>
          <a:prstGeom prst="rect">
            <a:avLst/>
          </a:prstGeom>
          <a:noFill/>
          <a:ln>
            <a:noFill/>
          </a:ln>
        </p:spPr>
        <p:txBody>
          <a:bodyPr anchorCtr="0" anchor="t" bIns="45700" lIns="91425" spcFirstLastPara="1" rIns="91425" wrap="square" tIns="45700">
            <a:normAutofit/>
          </a:bodyPr>
          <a:lstStyle>
            <a:lvl1pPr indent="-228600" lvl="0" marL="457200" algn="l">
              <a:lnSpc>
                <a:spcPct val="110000"/>
              </a:lnSpc>
              <a:spcBef>
                <a:spcPts val="1000"/>
              </a:spcBef>
              <a:spcAft>
                <a:spcPts val="0"/>
              </a:spcAft>
              <a:buClr>
                <a:schemeClr val="dk2"/>
              </a:buClr>
              <a:buSzPts val="1800"/>
              <a:buNone/>
              <a:defRPr/>
            </a:lvl1pPr>
            <a:lvl2pPr indent="-325755" lvl="1" marL="914400" algn="l">
              <a:lnSpc>
                <a:spcPct val="110000"/>
              </a:lnSpc>
              <a:spcBef>
                <a:spcPts val="500"/>
              </a:spcBef>
              <a:spcAft>
                <a:spcPts val="0"/>
              </a:spcAft>
              <a:buClr>
                <a:schemeClr val="dk2"/>
              </a:buClr>
              <a:buSzPts val="1530"/>
              <a:buChar char="•"/>
              <a:defRPr/>
            </a:lvl2pPr>
            <a:lvl3pPr indent="-228600" lvl="2" marL="1371600" algn="l">
              <a:lnSpc>
                <a:spcPct val="110000"/>
              </a:lnSpc>
              <a:spcBef>
                <a:spcPts val="500"/>
              </a:spcBef>
              <a:spcAft>
                <a:spcPts val="0"/>
              </a:spcAft>
              <a:buClr>
                <a:schemeClr val="dk2"/>
              </a:buClr>
              <a:buSzPts val="1800"/>
              <a:buNone/>
              <a:defRPr/>
            </a:lvl3pPr>
            <a:lvl4pPr indent="-342900" lvl="3" marL="1828800" algn="l">
              <a:lnSpc>
                <a:spcPct val="110000"/>
              </a:lnSpc>
              <a:spcBef>
                <a:spcPts val="500"/>
              </a:spcBef>
              <a:spcAft>
                <a:spcPts val="0"/>
              </a:spcAft>
              <a:buClr>
                <a:schemeClr val="dk2"/>
              </a:buClr>
              <a:buSzPts val="1800"/>
              <a:buChar char="•"/>
              <a:defRPr/>
            </a:lvl4pPr>
            <a:lvl5pPr indent="-228600" lvl="4" marL="2286000" algn="l">
              <a:lnSpc>
                <a:spcPct val="110000"/>
              </a:lnSpc>
              <a:spcBef>
                <a:spcPts val="500"/>
              </a:spcBef>
              <a:spcAft>
                <a:spcPts val="0"/>
              </a:spcAft>
              <a:buClr>
                <a:schemeClr val="dk2"/>
              </a:buClr>
              <a:buSzPts val="1800"/>
              <a:buNone/>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6" name="Google Shape;26;p40"/>
          <p:cNvSpPr txBox="1"/>
          <p:nvPr>
            <p:ph idx="10" type="dt"/>
          </p:nvPr>
        </p:nvSpPr>
        <p:spPr>
          <a:xfrm>
            <a:off x="354841" y="6245032"/>
            <a:ext cx="265938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7" name="Google Shape;27;p40"/>
          <p:cNvSpPr txBox="1"/>
          <p:nvPr>
            <p:ph idx="11" type="ftr"/>
          </p:nvPr>
        </p:nvSpPr>
        <p:spPr>
          <a:xfrm>
            <a:off x="7279964" y="6245033"/>
            <a:ext cx="4112222"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8" name="Google Shape;28;p40"/>
          <p:cNvSpPr txBox="1"/>
          <p:nvPr>
            <p:ph idx="12" type="sldNum"/>
          </p:nvPr>
        </p:nvSpPr>
        <p:spPr>
          <a:xfrm>
            <a:off x="11394765" y="6245032"/>
            <a:ext cx="524491"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9" name="Shape 29"/>
        <p:cNvGrpSpPr/>
        <p:nvPr/>
      </p:nvGrpSpPr>
      <p:grpSpPr>
        <a:xfrm>
          <a:off x="0" y="0"/>
          <a:ext cx="0" cy="0"/>
          <a:chOff x="0" y="0"/>
          <a:chExt cx="0" cy="0"/>
        </a:xfrm>
      </p:grpSpPr>
      <p:sp>
        <p:nvSpPr>
          <p:cNvPr id="30" name="Google Shape;30;p41"/>
          <p:cNvSpPr txBox="1"/>
          <p:nvPr>
            <p:ph idx="10" type="dt"/>
          </p:nvPr>
        </p:nvSpPr>
        <p:spPr>
          <a:xfrm>
            <a:off x="354841" y="6245032"/>
            <a:ext cx="265938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41"/>
          <p:cNvSpPr txBox="1"/>
          <p:nvPr>
            <p:ph idx="11" type="ftr"/>
          </p:nvPr>
        </p:nvSpPr>
        <p:spPr>
          <a:xfrm>
            <a:off x="7279964" y="6245033"/>
            <a:ext cx="4112222"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41"/>
          <p:cNvSpPr txBox="1"/>
          <p:nvPr>
            <p:ph idx="12" type="sldNum"/>
          </p:nvPr>
        </p:nvSpPr>
        <p:spPr>
          <a:xfrm>
            <a:off x="11394765" y="6245032"/>
            <a:ext cx="524491"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33" name="Google Shape;33;p41"/>
          <p:cNvSpPr/>
          <p:nvPr/>
        </p:nvSpPr>
        <p:spPr>
          <a:xfrm>
            <a:off x="723900" y="750338"/>
            <a:ext cx="4580642" cy="5494694"/>
          </a:xfrm>
          <a:custGeom>
            <a:rect b="b" l="l" r="r" t="t"/>
            <a:pathLst>
              <a:path extrusionOk="0" h="6858000" w="6096000">
                <a:moveTo>
                  <a:pt x="0" y="0"/>
                </a:moveTo>
                <a:lnTo>
                  <a:pt x="6096000" y="0"/>
                </a:lnTo>
                <a:lnTo>
                  <a:pt x="6096000" y="6858000"/>
                </a:lnTo>
                <a:lnTo>
                  <a:pt x="3037115" y="5889172"/>
                </a:lnTo>
                <a:lnTo>
                  <a:pt x="0" y="6858000"/>
                </a:lnTo>
                <a:lnTo>
                  <a:pt x="0" y="0"/>
                </a:lnTo>
                <a:close/>
              </a:path>
            </a:pathLst>
          </a:custGeom>
          <a:solidFill>
            <a:schemeClr val="lt2">
              <a:alpha val="80784"/>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grpSp>
        <p:nvGrpSpPr>
          <p:cNvPr id="34" name="Google Shape;34;p41"/>
          <p:cNvGrpSpPr/>
          <p:nvPr/>
        </p:nvGrpSpPr>
        <p:grpSpPr>
          <a:xfrm>
            <a:off x="2580478" y="4690810"/>
            <a:ext cx="867485" cy="163226"/>
            <a:chOff x="8910933" y="1837414"/>
            <a:chExt cx="867485" cy="163226"/>
          </a:xfrm>
        </p:grpSpPr>
        <p:sp>
          <p:nvSpPr>
            <p:cNvPr id="35" name="Google Shape;35;p41"/>
            <p:cNvSpPr/>
            <p:nvPr/>
          </p:nvSpPr>
          <p:spPr>
            <a:xfrm flipH="1" rot="-2635175">
              <a:off x="9286956" y="1861308"/>
              <a:ext cx="115439" cy="115439"/>
            </a:xfrm>
            <a:prstGeom prst="rect">
              <a:avLst/>
            </a:prstGeom>
            <a:noFill/>
            <a:ln cap="flat" cmpd="sng" w="15875">
              <a:solidFill>
                <a:schemeClr val="dk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cxnSp>
          <p:nvCxnSpPr>
            <p:cNvPr id="36" name="Google Shape;36;p41"/>
            <p:cNvCxnSpPr/>
            <p:nvPr/>
          </p:nvCxnSpPr>
          <p:spPr>
            <a:xfrm>
              <a:off x="9426289" y="1919027"/>
              <a:ext cx="352129" cy="0"/>
            </a:xfrm>
            <a:prstGeom prst="straightConnector1">
              <a:avLst/>
            </a:prstGeom>
            <a:noFill/>
            <a:ln cap="flat" cmpd="sng" w="15875">
              <a:solidFill>
                <a:schemeClr val="dk2"/>
              </a:solidFill>
              <a:prstDash val="solid"/>
              <a:miter lim="800000"/>
              <a:headEnd len="sm" w="sm" type="none"/>
              <a:tailEnd len="sm" w="sm" type="none"/>
            </a:ln>
          </p:spPr>
        </p:cxnSp>
        <p:cxnSp>
          <p:nvCxnSpPr>
            <p:cNvPr id="37" name="Google Shape;37;p41"/>
            <p:cNvCxnSpPr/>
            <p:nvPr/>
          </p:nvCxnSpPr>
          <p:spPr>
            <a:xfrm>
              <a:off x="8910933" y="1919027"/>
              <a:ext cx="352129" cy="0"/>
            </a:xfrm>
            <a:prstGeom prst="straightConnector1">
              <a:avLst/>
            </a:prstGeom>
            <a:noFill/>
            <a:ln cap="flat" cmpd="sng" w="15875">
              <a:solidFill>
                <a:schemeClr val="dk2"/>
              </a:solidFill>
              <a:prstDash val="solid"/>
              <a:miter lim="800000"/>
              <a:headEnd len="sm" w="sm" type="none"/>
              <a:tailEnd len="sm" w="sm" type="none"/>
            </a:ln>
          </p:spPr>
        </p:cxnSp>
      </p:grpSp>
      <p:sp>
        <p:nvSpPr>
          <p:cNvPr id="38" name="Google Shape;38;p41"/>
          <p:cNvSpPr txBox="1"/>
          <p:nvPr>
            <p:ph type="title"/>
          </p:nvPr>
        </p:nvSpPr>
        <p:spPr>
          <a:xfrm>
            <a:off x="1151291" y="1274475"/>
            <a:ext cx="3761832" cy="2823913"/>
          </a:xfrm>
          <a:prstGeom prst="rect">
            <a:avLst/>
          </a:prstGeom>
          <a:noFill/>
          <a:ln>
            <a:noFill/>
          </a:ln>
        </p:spPr>
        <p:txBody>
          <a:bodyPr anchorCtr="0" anchor="b" bIns="45700" lIns="91425" spcFirstLastPara="1" rIns="91425" wrap="square" tIns="45700">
            <a:normAutofit/>
          </a:bodyPr>
          <a:lstStyle>
            <a:lvl1pPr lvl="0" algn="ctr">
              <a:lnSpc>
                <a:spcPct val="110000"/>
              </a:lnSpc>
              <a:spcBef>
                <a:spcPts val="0"/>
              </a:spcBef>
              <a:spcAft>
                <a:spcPts val="0"/>
              </a:spcAft>
              <a:buClr>
                <a:schemeClr val="dk2"/>
              </a:buClr>
              <a:buSzPts val="3200"/>
              <a:buFont typeface="Arial"/>
              <a:buNone/>
              <a:defRPr sz="32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9" name="Google Shape;39;p41"/>
          <p:cNvSpPr txBox="1"/>
          <p:nvPr>
            <p:ph idx="1" type="body"/>
          </p:nvPr>
        </p:nvSpPr>
        <p:spPr>
          <a:xfrm>
            <a:off x="6556756" y="2730304"/>
            <a:ext cx="4383030" cy="1397390"/>
          </a:xfrm>
          <a:prstGeom prst="rect">
            <a:avLst/>
          </a:prstGeom>
          <a:noFill/>
          <a:ln>
            <a:noFill/>
          </a:ln>
        </p:spPr>
        <p:txBody>
          <a:bodyPr anchorCtr="0" anchor="ctr" bIns="45700" lIns="91425" spcFirstLastPara="1" rIns="91425" wrap="square" tIns="45700">
            <a:normAutofit/>
          </a:bodyPr>
          <a:lstStyle>
            <a:lvl1pPr indent="-228600" lvl="0" marL="457200" algn="ctr">
              <a:lnSpc>
                <a:spcPct val="110000"/>
              </a:lnSpc>
              <a:spcBef>
                <a:spcPts val="1000"/>
              </a:spcBef>
              <a:spcAft>
                <a:spcPts val="0"/>
              </a:spcAft>
              <a:buClr>
                <a:schemeClr val="dk2"/>
              </a:buClr>
              <a:buSzPts val="2000"/>
              <a:buFont typeface="Arial"/>
              <a:buNone/>
              <a:defRPr sz="2000">
                <a:solidFill>
                  <a:schemeClr val="dk2"/>
                </a:solidFill>
              </a:defRPr>
            </a:lvl1pPr>
            <a:lvl2pPr indent="-228600" lvl="1" marL="914400" algn="l">
              <a:lnSpc>
                <a:spcPct val="110000"/>
              </a:lnSpc>
              <a:spcBef>
                <a:spcPts val="500"/>
              </a:spcBef>
              <a:spcAft>
                <a:spcPts val="0"/>
              </a:spcAft>
              <a:buClr>
                <a:srgbClr val="888888"/>
              </a:buClr>
              <a:buSzPts val="1700"/>
              <a:buNone/>
              <a:defRPr sz="2000">
                <a:solidFill>
                  <a:srgbClr val="888888"/>
                </a:solidFill>
              </a:defRPr>
            </a:lvl2pPr>
            <a:lvl3pPr indent="-228600" lvl="2" marL="1371600" algn="l">
              <a:lnSpc>
                <a:spcPct val="110000"/>
              </a:lnSpc>
              <a:spcBef>
                <a:spcPts val="500"/>
              </a:spcBef>
              <a:spcAft>
                <a:spcPts val="0"/>
              </a:spcAft>
              <a:buClr>
                <a:srgbClr val="888888"/>
              </a:buClr>
              <a:buSzPts val="1800"/>
              <a:buFont typeface="Arial"/>
              <a:buNone/>
              <a:defRPr sz="1800">
                <a:solidFill>
                  <a:srgbClr val="888888"/>
                </a:solidFill>
              </a:defRPr>
            </a:lvl3pPr>
            <a:lvl4pPr indent="-228600" lvl="3" marL="1828800" algn="l">
              <a:lnSpc>
                <a:spcPct val="110000"/>
              </a:lnSpc>
              <a:spcBef>
                <a:spcPts val="500"/>
              </a:spcBef>
              <a:spcAft>
                <a:spcPts val="0"/>
              </a:spcAft>
              <a:buClr>
                <a:srgbClr val="888888"/>
              </a:buClr>
              <a:buSzPts val="1600"/>
              <a:buNone/>
              <a:defRPr sz="1600">
                <a:solidFill>
                  <a:srgbClr val="888888"/>
                </a:solidFill>
              </a:defRPr>
            </a:lvl4pPr>
            <a:lvl5pPr indent="-228600" lvl="4" marL="2286000" algn="l">
              <a:lnSpc>
                <a:spcPct val="110000"/>
              </a:lnSpc>
              <a:spcBef>
                <a:spcPts val="500"/>
              </a:spcBef>
              <a:spcAft>
                <a:spcPts val="0"/>
              </a:spcAft>
              <a:buClr>
                <a:srgbClr val="888888"/>
              </a:buClr>
              <a:buSzPts val="1600"/>
              <a:buFont typeface="Arial"/>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40" name="Shape 40"/>
        <p:cNvGrpSpPr/>
        <p:nvPr/>
      </p:nvGrpSpPr>
      <p:grpSpPr>
        <a:xfrm>
          <a:off x="0" y="0"/>
          <a:ext cx="0" cy="0"/>
          <a:chOff x="0" y="0"/>
          <a:chExt cx="0" cy="0"/>
        </a:xfrm>
      </p:grpSpPr>
      <p:sp>
        <p:nvSpPr>
          <p:cNvPr id="41" name="Google Shape;41;p42"/>
          <p:cNvSpPr txBox="1"/>
          <p:nvPr>
            <p:ph type="title"/>
          </p:nvPr>
        </p:nvSpPr>
        <p:spPr>
          <a:xfrm>
            <a:off x="1028700" y="723900"/>
            <a:ext cx="10134600" cy="1288489"/>
          </a:xfrm>
          <a:prstGeom prst="rect">
            <a:avLst/>
          </a:prstGeom>
          <a:noFill/>
          <a:ln>
            <a:noFill/>
          </a:ln>
        </p:spPr>
        <p:txBody>
          <a:bodyPr anchorCtr="0" anchor="b" bIns="45700" lIns="91425" spcFirstLastPara="1" rIns="91425" wrap="square" tIns="45700">
            <a:normAutofit/>
          </a:bodyPr>
          <a:lstStyle>
            <a:lvl1pPr lvl="0" algn="l">
              <a:lnSpc>
                <a:spcPct val="110000"/>
              </a:lnSpc>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42"/>
          <p:cNvSpPr txBox="1"/>
          <p:nvPr>
            <p:ph idx="1" type="body"/>
          </p:nvPr>
        </p:nvSpPr>
        <p:spPr>
          <a:xfrm>
            <a:off x="1037305" y="2155369"/>
            <a:ext cx="4953000" cy="3998323"/>
          </a:xfrm>
          <a:prstGeom prst="rect">
            <a:avLst/>
          </a:prstGeom>
          <a:noFill/>
          <a:ln>
            <a:noFill/>
          </a:ln>
        </p:spPr>
        <p:txBody>
          <a:bodyPr anchorCtr="0" anchor="t" bIns="45700" lIns="91425" spcFirstLastPara="1" rIns="91425" wrap="square" tIns="45700">
            <a:normAutofit/>
          </a:bodyPr>
          <a:lstStyle>
            <a:lvl1pPr indent="-228600" lvl="0" marL="457200" algn="l">
              <a:lnSpc>
                <a:spcPct val="110000"/>
              </a:lnSpc>
              <a:spcBef>
                <a:spcPts val="1000"/>
              </a:spcBef>
              <a:spcAft>
                <a:spcPts val="0"/>
              </a:spcAft>
              <a:buClr>
                <a:schemeClr val="dk2"/>
              </a:buClr>
              <a:buSzPts val="1800"/>
              <a:buNone/>
              <a:defRPr/>
            </a:lvl1pPr>
            <a:lvl2pPr indent="-325755" lvl="1" marL="914400" algn="l">
              <a:lnSpc>
                <a:spcPct val="110000"/>
              </a:lnSpc>
              <a:spcBef>
                <a:spcPts val="500"/>
              </a:spcBef>
              <a:spcAft>
                <a:spcPts val="0"/>
              </a:spcAft>
              <a:buClr>
                <a:schemeClr val="dk2"/>
              </a:buClr>
              <a:buSzPts val="1530"/>
              <a:buChar char="•"/>
              <a:defRPr/>
            </a:lvl2pPr>
            <a:lvl3pPr indent="-228600" lvl="2" marL="1371600" algn="l">
              <a:lnSpc>
                <a:spcPct val="110000"/>
              </a:lnSpc>
              <a:spcBef>
                <a:spcPts val="500"/>
              </a:spcBef>
              <a:spcAft>
                <a:spcPts val="0"/>
              </a:spcAft>
              <a:buClr>
                <a:schemeClr val="dk2"/>
              </a:buClr>
              <a:buSzPts val="1800"/>
              <a:buNone/>
              <a:defRPr/>
            </a:lvl3pPr>
            <a:lvl4pPr indent="-342900" lvl="3" marL="1828800" algn="l">
              <a:lnSpc>
                <a:spcPct val="110000"/>
              </a:lnSpc>
              <a:spcBef>
                <a:spcPts val="500"/>
              </a:spcBef>
              <a:spcAft>
                <a:spcPts val="0"/>
              </a:spcAft>
              <a:buClr>
                <a:schemeClr val="dk2"/>
              </a:buClr>
              <a:buSzPts val="1800"/>
              <a:buChar char="•"/>
              <a:defRPr/>
            </a:lvl4pPr>
            <a:lvl5pPr indent="-228600" lvl="4" marL="2286000" algn="l">
              <a:lnSpc>
                <a:spcPct val="110000"/>
              </a:lnSpc>
              <a:spcBef>
                <a:spcPts val="500"/>
              </a:spcBef>
              <a:spcAft>
                <a:spcPts val="0"/>
              </a:spcAft>
              <a:buClr>
                <a:schemeClr val="dk2"/>
              </a:buClr>
              <a:buSzPts val="1800"/>
              <a:buNone/>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3" name="Google Shape;43;p42"/>
          <p:cNvSpPr txBox="1"/>
          <p:nvPr>
            <p:ph idx="2" type="body"/>
          </p:nvPr>
        </p:nvSpPr>
        <p:spPr>
          <a:xfrm>
            <a:off x="6172200" y="2155369"/>
            <a:ext cx="4953000" cy="3998323"/>
          </a:xfrm>
          <a:prstGeom prst="rect">
            <a:avLst/>
          </a:prstGeom>
          <a:noFill/>
          <a:ln>
            <a:noFill/>
          </a:ln>
        </p:spPr>
        <p:txBody>
          <a:bodyPr anchorCtr="0" anchor="t" bIns="45700" lIns="91425" spcFirstLastPara="1" rIns="91425" wrap="square" tIns="45700">
            <a:normAutofit/>
          </a:bodyPr>
          <a:lstStyle>
            <a:lvl1pPr indent="-228600" lvl="0" marL="457200" algn="l">
              <a:lnSpc>
                <a:spcPct val="110000"/>
              </a:lnSpc>
              <a:spcBef>
                <a:spcPts val="1000"/>
              </a:spcBef>
              <a:spcAft>
                <a:spcPts val="0"/>
              </a:spcAft>
              <a:buClr>
                <a:schemeClr val="dk2"/>
              </a:buClr>
              <a:buSzPts val="1800"/>
              <a:buNone/>
              <a:defRPr/>
            </a:lvl1pPr>
            <a:lvl2pPr indent="-325755" lvl="1" marL="914400" algn="l">
              <a:lnSpc>
                <a:spcPct val="110000"/>
              </a:lnSpc>
              <a:spcBef>
                <a:spcPts val="500"/>
              </a:spcBef>
              <a:spcAft>
                <a:spcPts val="0"/>
              </a:spcAft>
              <a:buClr>
                <a:schemeClr val="dk2"/>
              </a:buClr>
              <a:buSzPts val="1530"/>
              <a:buChar char="•"/>
              <a:defRPr/>
            </a:lvl2pPr>
            <a:lvl3pPr indent="-228600" lvl="2" marL="1371600" algn="l">
              <a:lnSpc>
                <a:spcPct val="110000"/>
              </a:lnSpc>
              <a:spcBef>
                <a:spcPts val="500"/>
              </a:spcBef>
              <a:spcAft>
                <a:spcPts val="0"/>
              </a:spcAft>
              <a:buClr>
                <a:schemeClr val="dk2"/>
              </a:buClr>
              <a:buSzPts val="1800"/>
              <a:buNone/>
              <a:defRPr/>
            </a:lvl3pPr>
            <a:lvl4pPr indent="-342900" lvl="3" marL="1828800" algn="l">
              <a:lnSpc>
                <a:spcPct val="110000"/>
              </a:lnSpc>
              <a:spcBef>
                <a:spcPts val="500"/>
              </a:spcBef>
              <a:spcAft>
                <a:spcPts val="0"/>
              </a:spcAft>
              <a:buClr>
                <a:schemeClr val="dk2"/>
              </a:buClr>
              <a:buSzPts val="1800"/>
              <a:buChar char="•"/>
              <a:defRPr/>
            </a:lvl4pPr>
            <a:lvl5pPr indent="-228600" lvl="4" marL="2286000" algn="l">
              <a:lnSpc>
                <a:spcPct val="110000"/>
              </a:lnSpc>
              <a:spcBef>
                <a:spcPts val="500"/>
              </a:spcBef>
              <a:spcAft>
                <a:spcPts val="0"/>
              </a:spcAft>
              <a:buClr>
                <a:schemeClr val="dk2"/>
              </a:buClr>
              <a:buSzPts val="1800"/>
              <a:buNone/>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4" name="Google Shape;44;p42"/>
          <p:cNvSpPr txBox="1"/>
          <p:nvPr>
            <p:ph idx="10" type="dt"/>
          </p:nvPr>
        </p:nvSpPr>
        <p:spPr>
          <a:xfrm>
            <a:off x="354841" y="6245032"/>
            <a:ext cx="265938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5" name="Google Shape;45;p42"/>
          <p:cNvSpPr txBox="1"/>
          <p:nvPr>
            <p:ph idx="11" type="ftr"/>
          </p:nvPr>
        </p:nvSpPr>
        <p:spPr>
          <a:xfrm>
            <a:off x="7279964" y="6245033"/>
            <a:ext cx="4112222"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6" name="Google Shape;46;p42"/>
          <p:cNvSpPr txBox="1"/>
          <p:nvPr>
            <p:ph idx="12" type="sldNum"/>
          </p:nvPr>
        </p:nvSpPr>
        <p:spPr>
          <a:xfrm>
            <a:off x="11394765" y="6245032"/>
            <a:ext cx="524491"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7" name="Shape 47"/>
        <p:cNvGrpSpPr/>
        <p:nvPr/>
      </p:nvGrpSpPr>
      <p:grpSpPr>
        <a:xfrm>
          <a:off x="0" y="0"/>
          <a:ext cx="0" cy="0"/>
          <a:chOff x="0" y="0"/>
          <a:chExt cx="0" cy="0"/>
        </a:xfrm>
      </p:grpSpPr>
      <p:sp>
        <p:nvSpPr>
          <p:cNvPr id="48" name="Google Shape;48;p43"/>
          <p:cNvSpPr txBox="1"/>
          <p:nvPr>
            <p:ph type="title"/>
          </p:nvPr>
        </p:nvSpPr>
        <p:spPr>
          <a:xfrm>
            <a:off x="1028700" y="555171"/>
            <a:ext cx="10134600" cy="1135517"/>
          </a:xfrm>
          <a:prstGeom prst="rect">
            <a:avLst/>
          </a:prstGeom>
          <a:noFill/>
          <a:ln>
            <a:noFill/>
          </a:ln>
        </p:spPr>
        <p:txBody>
          <a:bodyPr anchorCtr="0" anchor="b" bIns="45700" lIns="91425" spcFirstLastPara="1" rIns="91425" wrap="square" tIns="45700">
            <a:normAutofit/>
          </a:bodyPr>
          <a:lstStyle>
            <a:lvl1pPr lvl="0" algn="l">
              <a:lnSpc>
                <a:spcPct val="110000"/>
              </a:lnSpc>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9" name="Google Shape;49;p43"/>
          <p:cNvSpPr txBox="1"/>
          <p:nvPr>
            <p:ph idx="1" type="body"/>
          </p:nvPr>
        </p:nvSpPr>
        <p:spPr>
          <a:xfrm>
            <a:off x="1037306" y="1801620"/>
            <a:ext cx="4849036" cy="814387"/>
          </a:xfrm>
          <a:prstGeom prst="rect">
            <a:avLst/>
          </a:prstGeom>
          <a:noFill/>
          <a:ln>
            <a:noFill/>
          </a:ln>
        </p:spPr>
        <p:txBody>
          <a:bodyPr anchorCtr="0" anchor="b" bIns="45700" lIns="91425" spcFirstLastPara="1" rIns="91425" wrap="square" tIns="45700">
            <a:normAutofit/>
          </a:bodyPr>
          <a:lstStyle>
            <a:lvl1pPr indent="-228600" lvl="0" marL="457200" algn="l">
              <a:lnSpc>
                <a:spcPct val="110000"/>
              </a:lnSpc>
              <a:spcBef>
                <a:spcPts val="1000"/>
              </a:spcBef>
              <a:spcAft>
                <a:spcPts val="0"/>
              </a:spcAft>
              <a:buClr>
                <a:schemeClr val="dk2"/>
              </a:buClr>
              <a:buSzPts val="1800"/>
              <a:buFont typeface="Arial"/>
              <a:buNone/>
              <a:defRPr b="0" sz="1800" cap="none"/>
            </a:lvl1pPr>
            <a:lvl2pPr indent="-228600" lvl="1" marL="914400" algn="l">
              <a:lnSpc>
                <a:spcPct val="110000"/>
              </a:lnSpc>
              <a:spcBef>
                <a:spcPts val="500"/>
              </a:spcBef>
              <a:spcAft>
                <a:spcPts val="0"/>
              </a:spcAft>
              <a:buClr>
                <a:schemeClr val="dk2"/>
              </a:buClr>
              <a:buSzPts val="1700"/>
              <a:buNone/>
              <a:defRPr b="1" sz="2000"/>
            </a:lvl2pPr>
            <a:lvl3pPr indent="-228600" lvl="2" marL="1371600" algn="l">
              <a:lnSpc>
                <a:spcPct val="110000"/>
              </a:lnSpc>
              <a:spcBef>
                <a:spcPts val="500"/>
              </a:spcBef>
              <a:spcAft>
                <a:spcPts val="0"/>
              </a:spcAft>
              <a:buClr>
                <a:schemeClr val="dk2"/>
              </a:buClr>
              <a:buSzPts val="1800"/>
              <a:buFont typeface="Arial"/>
              <a:buNone/>
              <a:defRPr b="1" sz="1800"/>
            </a:lvl3pPr>
            <a:lvl4pPr indent="-228600" lvl="3" marL="1828800" algn="l">
              <a:lnSpc>
                <a:spcPct val="110000"/>
              </a:lnSpc>
              <a:spcBef>
                <a:spcPts val="500"/>
              </a:spcBef>
              <a:spcAft>
                <a:spcPts val="0"/>
              </a:spcAft>
              <a:buClr>
                <a:schemeClr val="dk2"/>
              </a:buClr>
              <a:buSzPts val="1600"/>
              <a:buNone/>
              <a:defRPr b="1" sz="1600"/>
            </a:lvl4pPr>
            <a:lvl5pPr indent="-228600" lvl="4" marL="2286000" algn="l">
              <a:lnSpc>
                <a:spcPct val="110000"/>
              </a:lnSpc>
              <a:spcBef>
                <a:spcPts val="500"/>
              </a:spcBef>
              <a:spcAft>
                <a:spcPts val="0"/>
              </a:spcAft>
              <a:buClr>
                <a:schemeClr val="dk2"/>
              </a:buClr>
              <a:buSzPts val="1600"/>
              <a:buFont typeface="Arial"/>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50" name="Google Shape;50;p43"/>
          <p:cNvSpPr txBox="1"/>
          <p:nvPr>
            <p:ph idx="2" type="body"/>
          </p:nvPr>
        </p:nvSpPr>
        <p:spPr>
          <a:xfrm>
            <a:off x="1037306" y="2619103"/>
            <a:ext cx="4849036" cy="3514997"/>
          </a:xfrm>
          <a:prstGeom prst="rect">
            <a:avLst/>
          </a:prstGeom>
          <a:noFill/>
          <a:ln>
            <a:noFill/>
          </a:ln>
        </p:spPr>
        <p:txBody>
          <a:bodyPr anchorCtr="0" anchor="t" bIns="45700" lIns="91425" spcFirstLastPara="1" rIns="91425" wrap="square" tIns="45700">
            <a:normAutofit/>
          </a:bodyPr>
          <a:lstStyle>
            <a:lvl1pPr indent="-228600" lvl="0" marL="457200" algn="l">
              <a:lnSpc>
                <a:spcPct val="110000"/>
              </a:lnSpc>
              <a:spcBef>
                <a:spcPts val="1000"/>
              </a:spcBef>
              <a:spcAft>
                <a:spcPts val="0"/>
              </a:spcAft>
              <a:buClr>
                <a:schemeClr val="dk2"/>
              </a:buClr>
              <a:buSzPts val="1800"/>
              <a:buNone/>
              <a:defRPr/>
            </a:lvl1pPr>
            <a:lvl2pPr indent="-325755" lvl="1" marL="914400" algn="l">
              <a:lnSpc>
                <a:spcPct val="110000"/>
              </a:lnSpc>
              <a:spcBef>
                <a:spcPts val="500"/>
              </a:spcBef>
              <a:spcAft>
                <a:spcPts val="0"/>
              </a:spcAft>
              <a:buClr>
                <a:schemeClr val="dk2"/>
              </a:buClr>
              <a:buSzPts val="1530"/>
              <a:buChar char="•"/>
              <a:defRPr/>
            </a:lvl2pPr>
            <a:lvl3pPr indent="-228600" lvl="2" marL="1371600" algn="l">
              <a:lnSpc>
                <a:spcPct val="110000"/>
              </a:lnSpc>
              <a:spcBef>
                <a:spcPts val="500"/>
              </a:spcBef>
              <a:spcAft>
                <a:spcPts val="0"/>
              </a:spcAft>
              <a:buClr>
                <a:schemeClr val="dk2"/>
              </a:buClr>
              <a:buSzPts val="1800"/>
              <a:buNone/>
              <a:defRPr/>
            </a:lvl3pPr>
            <a:lvl4pPr indent="-342900" lvl="3" marL="1828800" algn="l">
              <a:lnSpc>
                <a:spcPct val="110000"/>
              </a:lnSpc>
              <a:spcBef>
                <a:spcPts val="500"/>
              </a:spcBef>
              <a:spcAft>
                <a:spcPts val="0"/>
              </a:spcAft>
              <a:buClr>
                <a:schemeClr val="dk2"/>
              </a:buClr>
              <a:buSzPts val="1800"/>
              <a:buChar char="•"/>
              <a:defRPr/>
            </a:lvl4pPr>
            <a:lvl5pPr indent="-228600" lvl="4" marL="2286000" algn="l">
              <a:lnSpc>
                <a:spcPct val="110000"/>
              </a:lnSpc>
              <a:spcBef>
                <a:spcPts val="500"/>
              </a:spcBef>
              <a:spcAft>
                <a:spcPts val="0"/>
              </a:spcAft>
              <a:buClr>
                <a:schemeClr val="dk2"/>
              </a:buClr>
              <a:buSzPts val="1800"/>
              <a:buNone/>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1" name="Google Shape;51;p43"/>
          <p:cNvSpPr txBox="1"/>
          <p:nvPr>
            <p:ph idx="3" type="body"/>
          </p:nvPr>
        </p:nvSpPr>
        <p:spPr>
          <a:xfrm>
            <a:off x="6250108" y="1801620"/>
            <a:ext cx="4904585" cy="814387"/>
          </a:xfrm>
          <a:prstGeom prst="rect">
            <a:avLst/>
          </a:prstGeom>
          <a:noFill/>
          <a:ln>
            <a:noFill/>
          </a:ln>
        </p:spPr>
        <p:txBody>
          <a:bodyPr anchorCtr="0" anchor="b" bIns="45700" lIns="91425" spcFirstLastPara="1" rIns="91425" wrap="square" tIns="45700">
            <a:normAutofit/>
          </a:bodyPr>
          <a:lstStyle>
            <a:lvl1pPr indent="-228600" lvl="0" marL="457200" algn="l">
              <a:lnSpc>
                <a:spcPct val="110000"/>
              </a:lnSpc>
              <a:spcBef>
                <a:spcPts val="1000"/>
              </a:spcBef>
              <a:spcAft>
                <a:spcPts val="0"/>
              </a:spcAft>
              <a:buClr>
                <a:schemeClr val="dk2"/>
              </a:buClr>
              <a:buSzPts val="1800"/>
              <a:buFont typeface="Arial"/>
              <a:buNone/>
              <a:defRPr b="0" sz="1800" cap="none"/>
            </a:lvl1pPr>
            <a:lvl2pPr indent="-228600" lvl="1" marL="914400" algn="l">
              <a:lnSpc>
                <a:spcPct val="110000"/>
              </a:lnSpc>
              <a:spcBef>
                <a:spcPts val="500"/>
              </a:spcBef>
              <a:spcAft>
                <a:spcPts val="0"/>
              </a:spcAft>
              <a:buClr>
                <a:schemeClr val="dk2"/>
              </a:buClr>
              <a:buSzPts val="1700"/>
              <a:buNone/>
              <a:defRPr b="1" sz="2000"/>
            </a:lvl2pPr>
            <a:lvl3pPr indent="-228600" lvl="2" marL="1371600" algn="l">
              <a:lnSpc>
                <a:spcPct val="110000"/>
              </a:lnSpc>
              <a:spcBef>
                <a:spcPts val="500"/>
              </a:spcBef>
              <a:spcAft>
                <a:spcPts val="0"/>
              </a:spcAft>
              <a:buClr>
                <a:schemeClr val="dk2"/>
              </a:buClr>
              <a:buSzPts val="1800"/>
              <a:buFont typeface="Arial"/>
              <a:buNone/>
              <a:defRPr b="1" sz="1800"/>
            </a:lvl3pPr>
            <a:lvl4pPr indent="-228600" lvl="3" marL="1828800" algn="l">
              <a:lnSpc>
                <a:spcPct val="110000"/>
              </a:lnSpc>
              <a:spcBef>
                <a:spcPts val="500"/>
              </a:spcBef>
              <a:spcAft>
                <a:spcPts val="0"/>
              </a:spcAft>
              <a:buClr>
                <a:schemeClr val="dk2"/>
              </a:buClr>
              <a:buSzPts val="1600"/>
              <a:buNone/>
              <a:defRPr b="1" sz="1600"/>
            </a:lvl4pPr>
            <a:lvl5pPr indent="-228600" lvl="4" marL="2286000" algn="l">
              <a:lnSpc>
                <a:spcPct val="110000"/>
              </a:lnSpc>
              <a:spcBef>
                <a:spcPts val="500"/>
              </a:spcBef>
              <a:spcAft>
                <a:spcPts val="0"/>
              </a:spcAft>
              <a:buClr>
                <a:schemeClr val="dk2"/>
              </a:buClr>
              <a:buSzPts val="1600"/>
              <a:buFont typeface="Arial"/>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52" name="Google Shape;52;p43"/>
          <p:cNvSpPr txBox="1"/>
          <p:nvPr>
            <p:ph idx="4" type="body"/>
          </p:nvPr>
        </p:nvSpPr>
        <p:spPr>
          <a:xfrm>
            <a:off x="6250108" y="2619103"/>
            <a:ext cx="4904585" cy="3514997"/>
          </a:xfrm>
          <a:prstGeom prst="rect">
            <a:avLst/>
          </a:prstGeom>
          <a:noFill/>
          <a:ln>
            <a:noFill/>
          </a:ln>
        </p:spPr>
        <p:txBody>
          <a:bodyPr anchorCtr="0" anchor="t" bIns="45700" lIns="91425" spcFirstLastPara="1" rIns="91425" wrap="square" tIns="45700">
            <a:normAutofit/>
          </a:bodyPr>
          <a:lstStyle>
            <a:lvl1pPr indent="-228600" lvl="0" marL="457200" algn="l">
              <a:lnSpc>
                <a:spcPct val="110000"/>
              </a:lnSpc>
              <a:spcBef>
                <a:spcPts val="1000"/>
              </a:spcBef>
              <a:spcAft>
                <a:spcPts val="0"/>
              </a:spcAft>
              <a:buClr>
                <a:schemeClr val="dk2"/>
              </a:buClr>
              <a:buSzPts val="1800"/>
              <a:buNone/>
              <a:defRPr/>
            </a:lvl1pPr>
            <a:lvl2pPr indent="-325755" lvl="1" marL="914400" algn="l">
              <a:lnSpc>
                <a:spcPct val="110000"/>
              </a:lnSpc>
              <a:spcBef>
                <a:spcPts val="500"/>
              </a:spcBef>
              <a:spcAft>
                <a:spcPts val="0"/>
              </a:spcAft>
              <a:buClr>
                <a:schemeClr val="dk2"/>
              </a:buClr>
              <a:buSzPts val="1530"/>
              <a:buChar char="•"/>
              <a:defRPr/>
            </a:lvl2pPr>
            <a:lvl3pPr indent="-228600" lvl="2" marL="1371600" algn="l">
              <a:lnSpc>
                <a:spcPct val="110000"/>
              </a:lnSpc>
              <a:spcBef>
                <a:spcPts val="500"/>
              </a:spcBef>
              <a:spcAft>
                <a:spcPts val="0"/>
              </a:spcAft>
              <a:buClr>
                <a:schemeClr val="dk2"/>
              </a:buClr>
              <a:buSzPts val="1800"/>
              <a:buNone/>
              <a:defRPr/>
            </a:lvl3pPr>
            <a:lvl4pPr indent="-342900" lvl="3" marL="1828800" algn="l">
              <a:lnSpc>
                <a:spcPct val="110000"/>
              </a:lnSpc>
              <a:spcBef>
                <a:spcPts val="500"/>
              </a:spcBef>
              <a:spcAft>
                <a:spcPts val="0"/>
              </a:spcAft>
              <a:buClr>
                <a:schemeClr val="dk2"/>
              </a:buClr>
              <a:buSzPts val="1800"/>
              <a:buChar char="•"/>
              <a:defRPr/>
            </a:lvl4pPr>
            <a:lvl5pPr indent="-228600" lvl="4" marL="2286000" algn="l">
              <a:lnSpc>
                <a:spcPct val="110000"/>
              </a:lnSpc>
              <a:spcBef>
                <a:spcPts val="500"/>
              </a:spcBef>
              <a:spcAft>
                <a:spcPts val="0"/>
              </a:spcAft>
              <a:buClr>
                <a:schemeClr val="dk2"/>
              </a:buClr>
              <a:buSzPts val="1800"/>
              <a:buNone/>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3" name="Google Shape;53;p43"/>
          <p:cNvSpPr txBox="1"/>
          <p:nvPr>
            <p:ph idx="10" type="dt"/>
          </p:nvPr>
        </p:nvSpPr>
        <p:spPr>
          <a:xfrm>
            <a:off x="354841" y="6245032"/>
            <a:ext cx="265938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4" name="Google Shape;54;p43"/>
          <p:cNvSpPr txBox="1"/>
          <p:nvPr>
            <p:ph idx="11" type="ftr"/>
          </p:nvPr>
        </p:nvSpPr>
        <p:spPr>
          <a:xfrm>
            <a:off x="7279964" y="6245033"/>
            <a:ext cx="4112222"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5" name="Google Shape;55;p43"/>
          <p:cNvSpPr txBox="1"/>
          <p:nvPr>
            <p:ph idx="12" type="sldNum"/>
          </p:nvPr>
        </p:nvSpPr>
        <p:spPr>
          <a:xfrm>
            <a:off x="11394765" y="6245032"/>
            <a:ext cx="524491"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6" name="Shape 56"/>
        <p:cNvGrpSpPr/>
        <p:nvPr/>
      </p:nvGrpSpPr>
      <p:grpSpPr>
        <a:xfrm>
          <a:off x="0" y="0"/>
          <a:ext cx="0" cy="0"/>
          <a:chOff x="0" y="0"/>
          <a:chExt cx="0" cy="0"/>
        </a:xfrm>
      </p:grpSpPr>
      <p:sp>
        <p:nvSpPr>
          <p:cNvPr id="57" name="Google Shape;57;p44"/>
          <p:cNvSpPr txBox="1"/>
          <p:nvPr>
            <p:ph type="title"/>
          </p:nvPr>
        </p:nvSpPr>
        <p:spPr>
          <a:xfrm>
            <a:off x="1028700" y="723900"/>
            <a:ext cx="10134600" cy="1288489"/>
          </a:xfrm>
          <a:prstGeom prst="rect">
            <a:avLst/>
          </a:prstGeom>
          <a:noFill/>
          <a:ln>
            <a:noFill/>
          </a:ln>
        </p:spPr>
        <p:txBody>
          <a:bodyPr anchorCtr="0" anchor="b" bIns="45700" lIns="91425" spcFirstLastPara="1" rIns="91425" wrap="square" tIns="45700">
            <a:normAutofit/>
          </a:bodyPr>
          <a:lstStyle>
            <a:lvl1pPr lvl="0" algn="l">
              <a:lnSpc>
                <a:spcPct val="110000"/>
              </a:lnSpc>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8" name="Google Shape;58;p44"/>
          <p:cNvSpPr txBox="1"/>
          <p:nvPr>
            <p:ph idx="10" type="dt"/>
          </p:nvPr>
        </p:nvSpPr>
        <p:spPr>
          <a:xfrm>
            <a:off x="354841" y="6245032"/>
            <a:ext cx="265938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44"/>
          <p:cNvSpPr txBox="1"/>
          <p:nvPr>
            <p:ph idx="11" type="ftr"/>
          </p:nvPr>
        </p:nvSpPr>
        <p:spPr>
          <a:xfrm>
            <a:off x="7279964" y="6245033"/>
            <a:ext cx="4112222"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44"/>
          <p:cNvSpPr txBox="1"/>
          <p:nvPr>
            <p:ph idx="12" type="sldNum"/>
          </p:nvPr>
        </p:nvSpPr>
        <p:spPr>
          <a:xfrm>
            <a:off x="11394765" y="6245032"/>
            <a:ext cx="524491"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61" name="Shape 61"/>
        <p:cNvGrpSpPr/>
        <p:nvPr/>
      </p:nvGrpSpPr>
      <p:grpSpPr>
        <a:xfrm>
          <a:off x="0" y="0"/>
          <a:ext cx="0" cy="0"/>
          <a:chOff x="0" y="0"/>
          <a:chExt cx="0" cy="0"/>
        </a:xfrm>
      </p:grpSpPr>
      <p:sp>
        <p:nvSpPr>
          <p:cNvPr id="62" name="Google Shape;62;p45"/>
          <p:cNvSpPr txBox="1"/>
          <p:nvPr>
            <p:ph idx="10" type="dt"/>
          </p:nvPr>
        </p:nvSpPr>
        <p:spPr>
          <a:xfrm>
            <a:off x="354841" y="6245032"/>
            <a:ext cx="265938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3" name="Google Shape;63;p45"/>
          <p:cNvSpPr txBox="1"/>
          <p:nvPr>
            <p:ph idx="11" type="ftr"/>
          </p:nvPr>
        </p:nvSpPr>
        <p:spPr>
          <a:xfrm>
            <a:off x="7279964" y="6245033"/>
            <a:ext cx="4112222"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4" name="Google Shape;64;p45"/>
          <p:cNvSpPr txBox="1"/>
          <p:nvPr>
            <p:ph idx="12" type="sldNum"/>
          </p:nvPr>
        </p:nvSpPr>
        <p:spPr>
          <a:xfrm>
            <a:off x="11394765" y="6245032"/>
            <a:ext cx="524491"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65" name="Shape 65"/>
        <p:cNvGrpSpPr/>
        <p:nvPr/>
      </p:nvGrpSpPr>
      <p:grpSpPr>
        <a:xfrm>
          <a:off x="0" y="0"/>
          <a:ext cx="0" cy="0"/>
          <a:chOff x="0" y="0"/>
          <a:chExt cx="0" cy="0"/>
        </a:xfrm>
      </p:grpSpPr>
      <p:sp>
        <p:nvSpPr>
          <p:cNvPr id="66" name="Google Shape;66;p46"/>
          <p:cNvSpPr txBox="1"/>
          <p:nvPr>
            <p:ph type="title"/>
          </p:nvPr>
        </p:nvSpPr>
        <p:spPr>
          <a:xfrm>
            <a:off x="1066800" y="457200"/>
            <a:ext cx="3705225" cy="1600200"/>
          </a:xfrm>
          <a:prstGeom prst="rect">
            <a:avLst/>
          </a:prstGeom>
          <a:noFill/>
          <a:ln>
            <a:noFill/>
          </a:ln>
        </p:spPr>
        <p:txBody>
          <a:bodyPr anchorCtr="0" anchor="b" bIns="45700" lIns="91425" spcFirstLastPara="1" rIns="91425" wrap="square" tIns="45700">
            <a:normAutofit/>
          </a:bodyPr>
          <a:lstStyle>
            <a:lvl1pPr lvl="0" algn="l">
              <a:lnSpc>
                <a:spcPct val="110000"/>
              </a:lnSpc>
              <a:spcBef>
                <a:spcPts val="0"/>
              </a:spcBef>
              <a:spcAft>
                <a:spcPts val="0"/>
              </a:spcAft>
              <a:buClr>
                <a:schemeClr val="dk2"/>
              </a:buClr>
              <a:buSzPts val="3200"/>
              <a:buFont typeface="Arial"/>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7" name="Google Shape;67;p46"/>
          <p:cNvSpPr txBox="1"/>
          <p:nvPr>
            <p:ph idx="1" type="body"/>
          </p:nvPr>
        </p:nvSpPr>
        <p:spPr>
          <a:xfrm>
            <a:off x="5183188" y="1066800"/>
            <a:ext cx="6172200" cy="4838699"/>
          </a:xfrm>
          <a:prstGeom prst="rect">
            <a:avLst/>
          </a:prstGeom>
          <a:noFill/>
          <a:ln>
            <a:noFill/>
          </a:ln>
        </p:spPr>
        <p:txBody>
          <a:bodyPr anchorCtr="0" anchor="t" bIns="45700" lIns="91425" spcFirstLastPara="1" rIns="91425" wrap="square" tIns="45700">
            <a:normAutofit/>
          </a:bodyPr>
          <a:lstStyle>
            <a:lvl1pPr indent="-228600" lvl="0" marL="457200" algn="l">
              <a:lnSpc>
                <a:spcPct val="110000"/>
              </a:lnSpc>
              <a:spcBef>
                <a:spcPts val="1000"/>
              </a:spcBef>
              <a:spcAft>
                <a:spcPts val="0"/>
              </a:spcAft>
              <a:buClr>
                <a:schemeClr val="dk2"/>
              </a:buClr>
              <a:buSzPts val="3200"/>
              <a:buFont typeface="Arial"/>
              <a:buNone/>
              <a:defRPr sz="3200"/>
            </a:lvl1pPr>
            <a:lvl2pPr indent="-379730" lvl="1" marL="914400" algn="l">
              <a:lnSpc>
                <a:spcPct val="110000"/>
              </a:lnSpc>
              <a:spcBef>
                <a:spcPts val="500"/>
              </a:spcBef>
              <a:spcAft>
                <a:spcPts val="0"/>
              </a:spcAft>
              <a:buClr>
                <a:schemeClr val="dk2"/>
              </a:buClr>
              <a:buSzPts val="2380"/>
              <a:buChar char="•"/>
              <a:defRPr sz="2800"/>
            </a:lvl2pPr>
            <a:lvl3pPr indent="-228600" lvl="2" marL="1371600" algn="l">
              <a:lnSpc>
                <a:spcPct val="110000"/>
              </a:lnSpc>
              <a:spcBef>
                <a:spcPts val="500"/>
              </a:spcBef>
              <a:spcAft>
                <a:spcPts val="0"/>
              </a:spcAft>
              <a:buClr>
                <a:schemeClr val="dk2"/>
              </a:buClr>
              <a:buSzPts val="2400"/>
              <a:buFont typeface="Arial"/>
              <a:buNone/>
              <a:defRPr sz="2400"/>
            </a:lvl3pPr>
            <a:lvl4pPr indent="-355600" lvl="3" marL="1828800" algn="l">
              <a:lnSpc>
                <a:spcPct val="110000"/>
              </a:lnSpc>
              <a:spcBef>
                <a:spcPts val="500"/>
              </a:spcBef>
              <a:spcAft>
                <a:spcPts val="0"/>
              </a:spcAft>
              <a:buClr>
                <a:schemeClr val="dk2"/>
              </a:buClr>
              <a:buSzPts val="2000"/>
              <a:buChar char="•"/>
              <a:defRPr sz="2000"/>
            </a:lvl4pPr>
            <a:lvl5pPr indent="-228600" lvl="4" marL="2286000" algn="l">
              <a:lnSpc>
                <a:spcPct val="110000"/>
              </a:lnSpc>
              <a:spcBef>
                <a:spcPts val="500"/>
              </a:spcBef>
              <a:spcAft>
                <a:spcPts val="0"/>
              </a:spcAft>
              <a:buClr>
                <a:schemeClr val="dk2"/>
              </a:buClr>
              <a:buSzPts val="2000"/>
              <a:buFont typeface="Arial"/>
              <a:buNone/>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68" name="Google Shape;68;p46"/>
          <p:cNvSpPr txBox="1"/>
          <p:nvPr>
            <p:ph idx="2" type="body"/>
          </p:nvPr>
        </p:nvSpPr>
        <p:spPr>
          <a:xfrm>
            <a:off x="1066800" y="2057400"/>
            <a:ext cx="3705225"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110000"/>
              </a:lnSpc>
              <a:spcBef>
                <a:spcPts val="1000"/>
              </a:spcBef>
              <a:spcAft>
                <a:spcPts val="0"/>
              </a:spcAft>
              <a:buClr>
                <a:schemeClr val="dk2"/>
              </a:buClr>
              <a:buSzPts val="1600"/>
              <a:buFont typeface="Arial"/>
              <a:buNone/>
              <a:defRPr sz="1600"/>
            </a:lvl1pPr>
            <a:lvl2pPr indent="-228600" lvl="1" marL="914400" algn="l">
              <a:lnSpc>
                <a:spcPct val="110000"/>
              </a:lnSpc>
              <a:spcBef>
                <a:spcPts val="500"/>
              </a:spcBef>
              <a:spcAft>
                <a:spcPts val="0"/>
              </a:spcAft>
              <a:buClr>
                <a:schemeClr val="dk2"/>
              </a:buClr>
              <a:buSzPts val="1190"/>
              <a:buNone/>
              <a:defRPr sz="1400"/>
            </a:lvl2pPr>
            <a:lvl3pPr indent="-228600" lvl="2" marL="1371600" algn="l">
              <a:lnSpc>
                <a:spcPct val="110000"/>
              </a:lnSpc>
              <a:spcBef>
                <a:spcPts val="500"/>
              </a:spcBef>
              <a:spcAft>
                <a:spcPts val="0"/>
              </a:spcAft>
              <a:buClr>
                <a:schemeClr val="dk2"/>
              </a:buClr>
              <a:buSzPts val="1200"/>
              <a:buFont typeface="Arial"/>
              <a:buNone/>
              <a:defRPr sz="1200"/>
            </a:lvl3pPr>
            <a:lvl4pPr indent="-228600" lvl="3" marL="1828800" algn="l">
              <a:lnSpc>
                <a:spcPct val="110000"/>
              </a:lnSpc>
              <a:spcBef>
                <a:spcPts val="500"/>
              </a:spcBef>
              <a:spcAft>
                <a:spcPts val="0"/>
              </a:spcAft>
              <a:buClr>
                <a:schemeClr val="dk2"/>
              </a:buClr>
              <a:buSzPts val="1000"/>
              <a:buNone/>
              <a:defRPr sz="1000"/>
            </a:lvl4pPr>
            <a:lvl5pPr indent="-228600" lvl="4" marL="2286000" algn="l">
              <a:lnSpc>
                <a:spcPct val="110000"/>
              </a:lnSpc>
              <a:spcBef>
                <a:spcPts val="500"/>
              </a:spcBef>
              <a:spcAft>
                <a:spcPts val="0"/>
              </a:spcAft>
              <a:buClr>
                <a:schemeClr val="dk2"/>
              </a:buClr>
              <a:buSzPts val="1000"/>
              <a:buFont typeface="Arial"/>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9" name="Google Shape;69;p46"/>
          <p:cNvSpPr txBox="1"/>
          <p:nvPr>
            <p:ph idx="10" type="dt"/>
          </p:nvPr>
        </p:nvSpPr>
        <p:spPr>
          <a:xfrm>
            <a:off x="354841" y="6245032"/>
            <a:ext cx="265938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0" name="Google Shape;70;p46"/>
          <p:cNvSpPr txBox="1"/>
          <p:nvPr>
            <p:ph idx="11" type="ftr"/>
          </p:nvPr>
        </p:nvSpPr>
        <p:spPr>
          <a:xfrm>
            <a:off x="7279964" y="6245033"/>
            <a:ext cx="4112222"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1" name="Google Shape;71;p46"/>
          <p:cNvSpPr txBox="1"/>
          <p:nvPr>
            <p:ph idx="12" type="sldNum"/>
          </p:nvPr>
        </p:nvSpPr>
        <p:spPr>
          <a:xfrm>
            <a:off x="11394765" y="6245032"/>
            <a:ext cx="524491"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72" name="Shape 72"/>
        <p:cNvGrpSpPr/>
        <p:nvPr/>
      </p:nvGrpSpPr>
      <p:grpSpPr>
        <a:xfrm>
          <a:off x="0" y="0"/>
          <a:ext cx="0" cy="0"/>
          <a:chOff x="0" y="0"/>
          <a:chExt cx="0" cy="0"/>
        </a:xfrm>
      </p:grpSpPr>
      <p:sp>
        <p:nvSpPr>
          <p:cNvPr id="73" name="Google Shape;73;p47"/>
          <p:cNvSpPr txBox="1"/>
          <p:nvPr>
            <p:ph type="title"/>
          </p:nvPr>
        </p:nvSpPr>
        <p:spPr>
          <a:xfrm>
            <a:off x="1066800" y="457200"/>
            <a:ext cx="3705225" cy="1600200"/>
          </a:xfrm>
          <a:prstGeom prst="rect">
            <a:avLst/>
          </a:prstGeom>
          <a:noFill/>
          <a:ln>
            <a:noFill/>
          </a:ln>
        </p:spPr>
        <p:txBody>
          <a:bodyPr anchorCtr="0" anchor="b" bIns="45700" lIns="91425" spcFirstLastPara="1" rIns="91425" wrap="square" tIns="45700">
            <a:normAutofit/>
          </a:bodyPr>
          <a:lstStyle>
            <a:lvl1pPr lvl="0" algn="l">
              <a:lnSpc>
                <a:spcPct val="110000"/>
              </a:lnSpc>
              <a:spcBef>
                <a:spcPts val="0"/>
              </a:spcBef>
              <a:spcAft>
                <a:spcPts val="0"/>
              </a:spcAft>
              <a:buClr>
                <a:schemeClr val="dk2"/>
              </a:buClr>
              <a:buSzPts val="3200"/>
              <a:buFont typeface="Arial"/>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4" name="Google Shape;74;p47"/>
          <p:cNvSpPr/>
          <p:nvPr>
            <p:ph idx="2" type="pic"/>
          </p:nvPr>
        </p:nvSpPr>
        <p:spPr>
          <a:xfrm>
            <a:off x="5183188" y="1066800"/>
            <a:ext cx="5942012" cy="4838700"/>
          </a:xfrm>
          <a:prstGeom prst="rect">
            <a:avLst/>
          </a:prstGeom>
          <a:noFill/>
          <a:ln>
            <a:noFill/>
          </a:ln>
        </p:spPr>
      </p:sp>
      <p:sp>
        <p:nvSpPr>
          <p:cNvPr id="75" name="Google Shape;75;p47"/>
          <p:cNvSpPr txBox="1"/>
          <p:nvPr>
            <p:ph idx="1" type="body"/>
          </p:nvPr>
        </p:nvSpPr>
        <p:spPr>
          <a:xfrm>
            <a:off x="1066800" y="2057400"/>
            <a:ext cx="3705225"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110000"/>
              </a:lnSpc>
              <a:spcBef>
                <a:spcPts val="1000"/>
              </a:spcBef>
              <a:spcAft>
                <a:spcPts val="0"/>
              </a:spcAft>
              <a:buClr>
                <a:schemeClr val="dk2"/>
              </a:buClr>
              <a:buSzPts val="1600"/>
              <a:buFont typeface="Arial"/>
              <a:buNone/>
              <a:defRPr sz="1600"/>
            </a:lvl1pPr>
            <a:lvl2pPr indent="-228600" lvl="1" marL="914400" algn="l">
              <a:lnSpc>
                <a:spcPct val="110000"/>
              </a:lnSpc>
              <a:spcBef>
                <a:spcPts val="500"/>
              </a:spcBef>
              <a:spcAft>
                <a:spcPts val="0"/>
              </a:spcAft>
              <a:buClr>
                <a:schemeClr val="dk2"/>
              </a:buClr>
              <a:buSzPts val="1190"/>
              <a:buNone/>
              <a:defRPr sz="1400"/>
            </a:lvl2pPr>
            <a:lvl3pPr indent="-228600" lvl="2" marL="1371600" algn="l">
              <a:lnSpc>
                <a:spcPct val="110000"/>
              </a:lnSpc>
              <a:spcBef>
                <a:spcPts val="500"/>
              </a:spcBef>
              <a:spcAft>
                <a:spcPts val="0"/>
              </a:spcAft>
              <a:buClr>
                <a:schemeClr val="dk2"/>
              </a:buClr>
              <a:buSzPts val="1200"/>
              <a:buFont typeface="Arial"/>
              <a:buNone/>
              <a:defRPr sz="1200"/>
            </a:lvl3pPr>
            <a:lvl4pPr indent="-228600" lvl="3" marL="1828800" algn="l">
              <a:lnSpc>
                <a:spcPct val="110000"/>
              </a:lnSpc>
              <a:spcBef>
                <a:spcPts val="500"/>
              </a:spcBef>
              <a:spcAft>
                <a:spcPts val="0"/>
              </a:spcAft>
              <a:buClr>
                <a:schemeClr val="dk2"/>
              </a:buClr>
              <a:buSzPts val="1000"/>
              <a:buNone/>
              <a:defRPr sz="1000"/>
            </a:lvl4pPr>
            <a:lvl5pPr indent="-228600" lvl="4" marL="2286000" algn="l">
              <a:lnSpc>
                <a:spcPct val="110000"/>
              </a:lnSpc>
              <a:spcBef>
                <a:spcPts val="500"/>
              </a:spcBef>
              <a:spcAft>
                <a:spcPts val="0"/>
              </a:spcAft>
              <a:buClr>
                <a:schemeClr val="dk2"/>
              </a:buClr>
              <a:buSzPts val="1000"/>
              <a:buFont typeface="Arial"/>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76" name="Google Shape;76;p47"/>
          <p:cNvSpPr txBox="1"/>
          <p:nvPr>
            <p:ph idx="10" type="dt"/>
          </p:nvPr>
        </p:nvSpPr>
        <p:spPr>
          <a:xfrm>
            <a:off x="354841" y="6245032"/>
            <a:ext cx="265938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7" name="Google Shape;77;p47"/>
          <p:cNvSpPr txBox="1"/>
          <p:nvPr>
            <p:ph idx="11" type="ftr"/>
          </p:nvPr>
        </p:nvSpPr>
        <p:spPr>
          <a:xfrm>
            <a:off x="7279964" y="6245033"/>
            <a:ext cx="4112222"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47"/>
          <p:cNvSpPr txBox="1"/>
          <p:nvPr>
            <p:ph idx="12" type="sldNum"/>
          </p:nvPr>
        </p:nvSpPr>
        <p:spPr>
          <a:xfrm>
            <a:off x="11394765" y="6245032"/>
            <a:ext cx="524491"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9" name="Shape 79"/>
        <p:cNvGrpSpPr/>
        <p:nvPr/>
      </p:nvGrpSpPr>
      <p:grpSpPr>
        <a:xfrm>
          <a:off x="0" y="0"/>
          <a:ext cx="0" cy="0"/>
          <a:chOff x="0" y="0"/>
          <a:chExt cx="0" cy="0"/>
        </a:xfrm>
      </p:grpSpPr>
      <p:sp>
        <p:nvSpPr>
          <p:cNvPr id="80" name="Google Shape;80;p48"/>
          <p:cNvSpPr txBox="1"/>
          <p:nvPr>
            <p:ph type="title"/>
          </p:nvPr>
        </p:nvSpPr>
        <p:spPr>
          <a:xfrm>
            <a:off x="1028700" y="723900"/>
            <a:ext cx="10134600" cy="1288489"/>
          </a:xfrm>
          <a:prstGeom prst="rect">
            <a:avLst/>
          </a:prstGeom>
          <a:noFill/>
          <a:ln>
            <a:noFill/>
          </a:ln>
        </p:spPr>
        <p:txBody>
          <a:bodyPr anchorCtr="0" anchor="b" bIns="45700" lIns="91425" spcFirstLastPara="1" rIns="91425" wrap="square" tIns="45700">
            <a:normAutofit/>
          </a:bodyPr>
          <a:lstStyle>
            <a:lvl1pPr lvl="0" algn="l">
              <a:lnSpc>
                <a:spcPct val="110000"/>
              </a:lnSpc>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1" name="Google Shape;81;p48"/>
          <p:cNvSpPr txBox="1"/>
          <p:nvPr>
            <p:ph idx="1" type="body"/>
          </p:nvPr>
        </p:nvSpPr>
        <p:spPr>
          <a:xfrm rot="5400000">
            <a:off x="4224202" y="-1033598"/>
            <a:ext cx="3743597" cy="10134600"/>
          </a:xfrm>
          <a:prstGeom prst="rect">
            <a:avLst/>
          </a:prstGeom>
          <a:noFill/>
          <a:ln>
            <a:noFill/>
          </a:ln>
        </p:spPr>
        <p:txBody>
          <a:bodyPr anchorCtr="0" anchor="t" bIns="45700" lIns="91425" spcFirstLastPara="1" rIns="91425" wrap="square" tIns="45700">
            <a:normAutofit/>
          </a:bodyPr>
          <a:lstStyle>
            <a:lvl1pPr indent="-228600" lvl="0" marL="457200" algn="l">
              <a:lnSpc>
                <a:spcPct val="110000"/>
              </a:lnSpc>
              <a:spcBef>
                <a:spcPts val="1000"/>
              </a:spcBef>
              <a:spcAft>
                <a:spcPts val="0"/>
              </a:spcAft>
              <a:buClr>
                <a:schemeClr val="dk2"/>
              </a:buClr>
              <a:buSzPts val="1800"/>
              <a:buNone/>
              <a:defRPr/>
            </a:lvl1pPr>
            <a:lvl2pPr indent="-325755" lvl="1" marL="914400" algn="l">
              <a:lnSpc>
                <a:spcPct val="110000"/>
              </a:lnSpc>
              <a:spcBef>
                <a:spcPts val="500"/>
              </a:spcBef>
              <a:spcAft>
                <a:spcPts val="0"/>
              </a:spcAft>
              <a:buClr>
                <a:schemeClr val="dk2"/>
              </a:buClr>
              <a:buSzPts val="1530"/>
              <a:buChar char="•"/>
              <a:defRPr/>
            </a:lvl2pPr>
            <a:lvl3pPr indent="-228600" lvl="2" marL="1371600" algn="l">
              <a:lnSpc>
                <a:spcPct val="110000"/>
              </a:lnSpc>
              <a:spcBef>
                <a:spcPts val="500"/>
              </a:spcBef>
              <a:spcAft>
                <a:spcPts val="0"/>
              </a:spcAft>
              <a:buClr>
                <a:schemeClr val="dk2"/>
              </a:buClr>
              <a:buSzPts val="1800"/>
              <a:buNone/>
              <a:defRPr/>
            </a:lvl3pPr>
            <a:lvl4pPr indent="-342900" lvl="3" marL="1828800" algn="l">
              <a:lnSpc>
                <a:spcPct val="110000"/>
              </a:lnSpc>
              <a:spcBef>
                <a:spcPts val="500"/>
              </a:spcBef>
              <a:spcAft>
                <a:spcPts val="0"/>
              </a:spcAft>
              <a:buClr>
                <a:schemeClr val="dk2"/>
              </a:buClr>
              <a:buSzPts val="1800"/>
              <a:buChar char="•"/>
              <a:defRPr/>
            </a:lvl4pPr>
            <a:lvl5pPr indent="-228600" lvl="4" marL="2286000" algn="l">
              <a:lnSpc>
                <a:spcPct val="110000"/>
              </a:lnSpc>
              <a:spcBef>
                <a:spcPts val="500"/>
              </a:spcBef>
              <a:spcAft>
                <a:spcPts val="0"/>
              </a:spcAft>
              <a:buClr>
                <a:schemeClr val="dk2"/>
              </a:buClr>
              <a:buSzPts val="1800"/>
              <a:buNone/>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2" name="Google Shape;82;p48"/>
          <p:cNvSpPr txBox="1"/>
          <p:nvPr>
            <p:ph idx="10" type="dt"/>
          </p:nvPr>
        </p:nvSpPr>
        <p:spPr>
          <a:xfrm>
            <a:off x="354841" y="6245032"/>
            <a:ext cx="265938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3" name="Google Shape;83;p48"/>
          <p:cNvSpPr txBox="1"/>
          <p:nvPr>
            <p:ph idx="11" type="ftr"/>
          </p:nvPr>
        </p:nvSpPr>
        <p:spPr>
          <a:xfrm>
            <a:off x="7279964" y="6245033"/>
            <a:ext cx="4112222"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4" name="Google Shape;84;p48"/>
          <p:cNvSpPr txBox="1"/>
          <p:nvPr>
            <p:ph idx="12" type="sldNum"/>
          </p:nvPr>
        </p:nvSpPr>
        <p:spPr>
          <a:xfrm>
            <a:off x="11394765" y="6245032"/>
            <a:ext cx="524491"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85" name="Shape 85"/>
        <p:cNvGrpSpPr/>
        <p:nvPr/>
      </p:nvGrpSpPr>
      <p:grpSpPr>
        <a:xfrm>
          <a:off x="0" y="0"/>
          <a:ext cx="0" cy="0"/>
          <a:chOff x="0" y="0"/>
          <a:chExt cx="0" cy="0"/>
        </a:xfrm>
      </p:grpSpPr>
      <p:sp>
        <p:nvSpPr>
          <p:cNvPr id="86" name="Google Shape;86;p49"/>
          <p:cNvSpPr txBox="1"/>
          <p:nvPr>
            <p:ph type="title"/>
          </p:nvPr>
        </p:nvSpPr>
        <p:spPr>
          <a:xfrm rot="5400000">
            <a:off x="7627074" y="2293075"/>
            <a:ext cx="5410201" cy="2271849"/>
          </a:xfrm>
          <a:prstGeom prst="rect">
            <a:avLst/>
          </a:prstGeom>
          <a:noFill/>
          <a:ln>
            <a:noFill/>
          </a:ln>
        </p:spPr>
        <p:txBody>
          <a:bodyPr anchorCtr="0" anchor="b" bIns="45700" lIns="91425" spcFirstLastPara="1" rIns="91425" wrap="square" tIns="45700">
            <a:normAutofit/>
          </a:bodyPr>
          <a:lstStyle>
            <a:lvl1pPr lvl="0" algn="l">
              <a:lnSpc>
                <a:spcPct val="110000"/>
              </a:lnSpc>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7" name="Google Shape;87;p49"/>
          <p:cNvSpPr txBox="1"/>
          <p:nvPr>
            <p:ph idx="1" type="body"/>
          </p:nvPr>
        </p:nvSpPr>
        <p:spPr>
          <a:xfrm rot="5400000">
            <a:off x="2170066" y="-722267"/>
            <a:ext cx="5410201" cy="8302534"/>
          </a:xfrm>
          <a:prstGeom prst="rect">
            <a:avLst/>
          </a:prstGeom>
          <a:noFill/>
          <a:ln>
            <a:noFill/>
          </a:ln>
        </p:spPr>
        <p:txBody>
          <a:bodyPr anchorCtr="0" anchor="t" bIns="45700" lIns="91425" spcFirstLastPara="1" rIns="91425" wrap="square" tIns="45700">
            <a:normAutofit/>
          </a:bodyPr>
          <a:lstStyle>
            <a:lvl1pPr indent="-228600" lvl="0" marL="457200" algn="l">
              <a:lnSpc>
                <a:spcPct val="110000"/>
              </a:lnSpc>
              <a:spcBef>
                <a:spcPts val="1000"/>
              </a:spcBef>
              <a:spcAft>
                <a:spcPts val="0"/>
              </a:spcAft>
              <a:buClr>
                <a:schemeClr val="dk2"/>
              </a:buClr>
              <a:buSzPts val="1800"/>
              <a:buNone/>
              <a:defRPr/>
            </a:lvl1pPr>
            <a:lvl2pPr indent="-325755" lvl="1" marL="914400" algn="l">
              <a:lnSpc>
                <a:spcPct val="110000"/>
              </a:lnSpc>
              <a:spcBef>
                <a:spcPts val="500"/>
              </a:spcBef>
              <a:spcAft>
                <a:spcPts val="0"/>
              </a:spcAft>
              <a:buClr>
                <a:schemeClr val="dk2"/>
              </a:buClr>
              <a:buSzPts val="1530"/>
              <a:buChar char="•"/>
              <a:defRPr/>
            </a:lvl2pPr>
            <a:lvl3pPr indent="-228600" lvl="2" marL="1371600" algn="l">
              <a:lnSpc>
                <a:spcPct val="110000"/>
              </a:lnSpc>
              <a:spcBef>
                <a:spcPts val="500"/>
              </a:spcBef>
              <a:spcAft>
                <a:spcPts val="0"/>
              </a:spcAft>
              <a:buClr>
                <a:schemeClr val="dk2"/>
              </a:buClr>
              <a:buSzPts val="1800"/>
              <a:buNone/>
              <a:defRPr/>
            </a:lvl3pPr>
            <a:lvl4pPr indent="-342900" lvl="3" marL="1828800" algn="l">
              <a:lnSpc>
                <a:spcPct val="110000"/>
              </a:lnSpc>
              <a:spcBef>
                <a:spcPts val="500"/>
              </a:spcBef>
              <a:spcAft>
                <a:spcPts val="0"/>
              </a:spcAft>
              <a:buClr>
                <a:schemeClr val="dk2"/>
              </a:buClr>
              <a:buSzPts val="1800"/>
              <a:buChar char="•"/>
              <a:defRPr/>
            </a:lvl4pPr>
            <a:lvl5pPr indent="-228600" lvl="4" marL="2286000" algn="l">
              <a:lnSpc>
                <a:spcPct val="110000"/>
              </a:lnSpc>
              <a:spcBef>
                <a:spcPts val="500"/>
              </a:spcBef>
              <a:spcAft>
                <a:spcPts val="0"/>
              </a:spcAft>
              <a:buClr>
                <a:schemeClr val="dk2"/>
              </a:buClr>
              <a:buSzPts val="1800"/>
              <a:buNone/>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8" name="Google Shape;88;p49"/>
          <p:cNvSpPr txBox="1"/>
          <p:nvPr>
            <p:ph idx="10" type="dt"/>
          </p:nvPr>
        </p:nvSpPr>
        <p:spPr>
          <a:xfrm>
            <a:off x="354841" y="6245032"/>
            <a:ext cx="265938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9" name="Google Shape;89;p49"/>
          <p:cNvSpPr txBox="1"/>
          <p:nvPr>
            <p:ph idx="11" type="ftr"/>
          </p:nvPr>
        </p:nvSpPr>
        <p:spPr>
          <a:xfrm>
            <a:off x="7279964" y="6245033"/>
            <a:ext cx="4112222"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0" name="Google Shape;90;p49"/>
          <p:cNvSpPr txBox="1"/>
          <p:nvPr>
            <p:ph idx="12" type="sldNum"/>
          </p:nvPr>
        </p:nvSpPr>
        <p:spPr>
          <a:xfrm>
            <a:off x="11394765" y="6245032"/>
            <a:ext cx="524491"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2DAF2">
            <a:alpha val="78823"/>
          </a:srgbClr>
        </a:solidFill>
      </p:bgPr>
    </p:bg>
    <p:spTree>
      <p:nvGrpSpPr>
        <p:cNvPr id="5" name="Shape 5"/>
        <p:cNvGrpSpPr/>
        <p:nvPr/>
      </p:nvGrpSpPr>
      <p:grpSpPr>
        <a:xfrm>
          <a:off x="0" y="0"/>
          <a:ext cx="0" cy="0"/>
          <a:chOff x="0" y="0"/>
          <a:chExt cx="0" cy="0"/>
        </a:xfrm>
      </p:grpSpPr>
      <p:sp>
        <p:nvSpPr>
          <p:cNvPr id="6" name="Google Shape;6;p38"/>
          <p:cNvSpPr txBox="1"/>
          <p:nvPr>
            <p:ph type="title"/>
          </p:nvPr>
        </p:nvSpPr>
        <p:spPr>
          <a:xfrm>
            <a:off x="1028700" y="723900"/>
            <a:ext cx="10134600" cy="1288489"/>
          </a:xfrm>
          <a:prstGeom prst="rect">
            <a:avLst/>
          </a:prstGeom>
          <a:noFill/>
          <a:ln>
            <a:noFill/>
          </a:ln>
        </p:spPr>
        <p:txBody>
          <a:bodyPr anchorCtr="0" anchor="b" bIns="45700" lIns="91425" spcFirstLastPara="1" rIns="91425" wrap="square" tIns="45700">
            <a:normAutofit/>
          </a:bodyPr>
          <a:lstStyle>
            <a:lvl1pPr lvl="0" marR="0" rtl="0" algn="l">
              <a:lnSpc>
                <a:spcPct val="110000"/>
              </a:lnSpc>
              <a:spcBef>
                <a:spcPts val="0"/>
              </a:spcBef>
              <a:spcAft>
                <a:spcPts val="0"/>
              </a:spcAft>
              <a:buClr>
                <a:schemeClr val="dk2"/>
              </a:buClr>
              <a:buSzPts val="3200"/>
              <a:buFont typeface="Arial"/>
              <a:buNone/>
              <a:defRPr b="0" i="0" sz="3200" u="none" cap="none" strike="noStrike">
                <a:solidFill>
                  <a:schemeClr val="dk2"/>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38"/>
          <p:cNvSpPr txBox="1"/>
          <p:nvPr>
            <p:ph idx="1" type="body"/>
          </p:nvPr>
        </p:nvSpPr>
        <p:spPr>
          <a:xfrm>
            <a:off x="1028700" y="2161903"/>
            <a:ext cx="10134600" cy="3969342"/>
          </a:xfrm>
          <a:prstGeom prst="rect">
            <a:avLst/>
          </a:prstGeom>
          <a:noFill/>
          <a:ln>
            <a:noFill/>
          </a:ln>
        </p:spPr>
        <p:txBody>
          <a:bodyPr anchorCtr="0" anchor="t" bIns="45700" lIns="91425" spcFirstLastPara="1" rIns="91425" wrap="square" tIns="45700">
            <a:normAutofit/>
          </a:bodyPr>
          <a:lstStyle>
            <a:lvl1pPr indent="-228600" lvl="0" marL="457200" marR="0" rtl="0" algn="l">
              <a:lnSpc>
                <a:spcPct val="110000"/>
              </a:lnSpc>
              <a:spcBef>
                <a:spcPts val="1000"/>
              </a:spcBef>
              <a:spcAft>
                <a:spcPts val="0"/>
              </a:spcAft>
              <a:buClr>
                <a:schemeClr val="dk2"/>
              </a:buClr>
              <a:buSzPts val="2000"/>
              <a:buFont typeface="Arial"/>
              <a:buNone/>
              <a:defRPr b="0" i="0" sz="2000" u="none" cap="none" strike="noStrike">
                <a:solidFill>
                  <a:schemeClr val="dk2"/>
                </a:solidFill>
                <a:latin typeface="Arial"/>
                <a:ea typeface="Arial"/>
                <a:cs typeface="Arial"/>
                <a:sym typeface="Arial"/>
              </a:defRPr>
            </a:lvl1pPr>
            <a:lvl2pPr indent="-325755" lvl="1" marL="914400" marR="0" rtl="0" algn="l">
              <a:lnSpc>
                <a:spcPct val="110000"/>
              </a:lnSpc>
              <a:spcBef>
                <a:spcPts val="500"/>
              </a:spcBef>
              <a:spcAft>
                <a:spcPts val="0"/>
              </a:spcAft>
              <a:buClr>
                <a:schemeClr val="dk2"/>
              </a:buClr>
              <a:buSzPts val="1530"/>
              <a:buFont typeface="Arial"/>
              <a:buChar char="•"/>
              <a:defRPr b="0" i="0" sz="1800" u="none" cap="none" strike="noStrike">
                <a:solidFill>
                  <a:schemeClr val="dk2"/>
                </a:solidFill>
                <a:latin typeface="Arial"/>
                <a:ea typeface="Arial"/>
                <a:cs typeface="Arial"/>
                <a:sym typeface="Arial"/>
              </a:defRPr>
            </a:lvl2pPr>
            <a:lvl3pPr indent="-228600" lvl="2" marL="1371600" marR="0" rtl="0" algn="l">
              <a:lnSpc>
                <a:spcPct val="110000"/>
              </a:lnSpc>
              <a:spcBef>
                <a:spcPts val="500"/>
              </a:spcBef>
              <a:spcAft>
                <a:spcPts val="0"/>
              </a:spcAft>
              <a:buClr>
                <a:schemeClr val="dk2"/>
              </a:buClr>
              <a:buSzPts val="1600"/>
              <a:buFont typeface="Arial"/>
              <a:buNone/>
              <a:defRPr b="0" i="0" sz="1600" u="none" cap="none" strike="noStrike">
                <a:solidFill>
                  <a:schemeClr val="dk2"/>
                </a:solidFill>
                <a:latin typeface="Arial"/>
                <a:ea typeface="Arial"/>
                <a:cs typeface="Arial"/>
                <a:sym typeface="Arial"/>
              </a:defRPr>
            </a:lvl3pPr>
            <a:lvl4pPr indent="-317500" lvl="3" marL="1828800" marR="0" rtl="0" algn="l">
              <a:lnSpc>
                <a:spcPct val="110000"/>
              </a:lnSpc>
              <a:spcBef>
                <a:spcPts val="5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4pPr>
            <a:lvl5pPr indent="-228600" lvl="4" marL="2286000" marR="0" rtl="0" algn="l">
              <a:lnSpc>
                <a:spcPct val="110000"/>
              </a:lnSpc>
              <a:spcBef>
                <a:spcPts val="500"/>
              </a:spcBef>
              <a:spcAft>
                <a:spcPts val="0"/>
              </a:spcAft>
              <a:buClr>
                <a:schemeClr val="dk2"/>
              </a:buClr>
              <a:buSzPts val="1400"/>
              <a:buFont typeface="Arial"/>
              <a:buNone/>
              <a:defRPr b="0" i="0" sz="1400" u="none" cap="none" strike="noStrike">
                <a:solidFill>
                  <a:schemeClr val="dk2"/>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8" name="Google Shape;8;p38"/>
          <p:cNvSpPr txBox="1"/>
          <p:nvPr>
            <p:ph idx="12" type="sldNum"/>
          </p:nvPr>
        </p:nvSpPr>
        <p:spPr>
          <a:xfrm>
            <a:off x="11394765" y="6245032"/>
            <a:ext cx="524491"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050" u="none" cap="none" strike="noStrike">
                <a:solidFill>
                  <a:schemeClr val="dk2"/>
                </a:solidFill>
                <a:latin typeface="Arial"/>
                <a:ea typeface="Arial"/>
                <a:cs typeface="Arial"/>
                <a:sym typeface="Arial"/>
              </a:defRPr>
            </a:lvl1pPr>
            <a:lvl2pPr indent="0" lvl="1" marL="0" marR="0" rtl="0" algn="r">
              <a:spcBef>
                <a:spcPts val="0"/>
              </a:spcBef>
              <a:buNone/>
              <a:defRPr b="0" i="0" sz="1050" u="none" cap="none" strike="noStrike">
                <a:solidFill>
                  <a:schemeClr val="dk2"/>
                </a:solidFill>
                <a:latin typeface="Arial"/>
                <a:ea typeface="Arial"/>
                <a:cs typeface="Arial"/>
                <a:sym typeface="Arial"/>
              </a:defRPr>
            </a:lvl2pPr>
            <a:lvl3pPr indent="0" lvl="2" marL="0" marR="0" rtl="0" algn="r">
              <a:spcBef>
                <a:spcPts val="0"/>
              </a:spcBef>
              <a:buNone/>
              <a:defRPr b="0" i="0" sz="1050" u="none" cap="none" strike="noStrike">
                <a:solidFill>
                  <a:schemeClr val="dk2"/>
                </a:solidFill>
                <a:latin typeface="Arial"/>
                <a:ea typeface="Arial"/>
                <a:cs typeface="Arial"/>
                <a:sym typeface="Arial"/>
              </a:defRPr>
            </a:lvl3pPr>
            <a:lvl4pPr indent="0" lvl="3" marL="0" marR="0" rtl="0" algn="r">
              <a:spcBef>
                <a:spcPts val="0"/>
              </a:spcBef>
              <a:buNone/>
              <a:defRPr b="0" i="0" sz="1050" u="none" cap="none" strike="noStrike">
                <a:solidFill>
                  <a:schemeClr val="dk2"/>
                </a:solidFill>
                <a:latin typeface="Arial"/>
                <a:ea typeface="Arial"/>
                <a:cs typeface="Arial"/>
                <a:sym typeface="Arial"/>
              </a:defRPr>
            </a:lvl4pPr>
            <a:lvl5pPr indent="0" lvl="4" marL="0" marR="0" rtl="0" algn="r">
              <a:spcBef>
                <a:spcPts val="0"/>
              </a:spcBef>
              <a:buNone/>
              <a:defRPr b="0" i="0" sz="1050" u="none" cap="none" strike="noStrike">
                <a:solidFill>
                  <a:schemeClr val="dk2"/>
                </a:solidFill>
                <a:latin typeface="Arial"/>
                <a:ea typeface="Arial"/>
                <a:cs typeface="Arial"/>
                <a:sym typeface="Arial"/>
              </a:defRPr>
            </a:lvl5pPr>
            <a:lvl6pPr indent="0" lvl="5" marL="0" marR="0" rtl="0" algn="r">
              <a:spcBef>
                <a:spcPts val="0"/>
              </a:spcBef>
              <a:buNone/>
              <a:defRPr b="0" i="0" sz="1050" u="none" cap="none" strike="noStrike">
                <a:solidFill>
                  <a:schemeClr val="dk2"/>
                </a:solidFill>
                <a:latin typeface="Arial"/>
                <a:ea typeface="Arial"/>
                <a:cs typeface="Arial"/>
                <a:sym typeface="Arial"/>
              </a:defRPr>
            </a:lvl6pPr>
            <a:lvl7pPr indent="0" lvl="6" marL="0" marR="0" rtl="0" algn="r">
              <a:spcBef>
                <a:spcPts val="0"/>
              </a:spcBef>
              <a:buNone/>
              <a:defRPr b="0" i="0" sz="1050" u="none" cap="none" strike="noStrike">
                <a:solidFill>
                  <a:schemeClr val="dk2"/>
                </a:solidFill>
                <a:latin typeface="Arial"/>
                <a:ea typeface="Arial"/>
                <a:cs typeface="Arial"/>
                <a:sym typeface="Arial"/>
              </a:defRPr>
            </a:lvl7pPr>
            <a:lvl8pPr indent="0" lvl="7" marL="0" marR="0" rtl="0" algn="r">
              <a:spcBef>
                <a:spcPts val="0"/>
              </a:spcBef>
              <a:buNone/>
              <a:defRPr b="0" i="0" sz="1050" u="none" cap="none" strike="noStrike">
                <a:solidFill>
                  <a:schemeClr val="dk2"/>
                </a:solidFill>
                <a:latin typeface="Arial"/>
                <a:ea typeface="Arial"/>
                <a:cs typeface="Arial"/>
                <a:sym typeface="Arial"/>
              </a:defRPr>
            </a:lvl8pPr>
            <a:lvl9pPr indent="0" lvl="8" marL="0" marR="0" rtl="0" algn="r">
              <a:spcBef>
                <a:spcPts val="0"/>
              </a:spcBef>
              <a:buNone/>
              <a:defRPr b="0" i="0" sz="105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
        <p:nvSpPr>
          <p:cNvPr id="9" name="Google Shape;9;p38"/>
          <p:cNvSpPr txBox="1"/>
          <p:nvPr>
            <p:ph idx="10" type="dt"/>
          </p:nvPr>
        </p:nvSpPr>
        <p:spPr>
          <a:xfrm>
            <a:off x="354841" y="6245032"/>
            <a:ext cx="265938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050" u="none" cap="none" strike="noStrike">
                <a:solidFill>
                  <a:schemeClr val="dk2"/>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10" name="Google Shape;10;p38"/>
          <p:cNvSpPr txBox="1"/>
          <p:nvPr>
            <p:ph idx="11" type="ftr"/>
          </p:nvPr>
        </p:nvSpPr>
        <p:spPr>
          <a:xfrm>
            <a:off x="7279964" y="6245033"/>
            <a:ext cx="4112222" cy="365125"/>
          </a:xfrm>
          <a:prstGeom prst="rect">
            <a:avLst/>
          </a:prstGeom>
          <a:noFill/>
          <a:ln>
            <a:noFill/>
          </a:ln>
        </p:spPr>
        <p:txBody>
          <a:bodyPr anchorCtr="0" anchor="ctr" bIns="45700" lIns="91425" spcFirstLastPara="1" rIns="91425" wrap="square" tIns="45700">
            <a:noAutofit/>
          </a:bodyPr>
          <a:lstStyle>
            <a:lvl1pPr lvl="0" marR="0" rtl="0" algn="r">
              <a:spcBef>
                <a:spcPts val="0"/>
              </a:spcBef>
              <a:spcAft>
                <a:spcPts val="0"/>
              </a:spcAft>
              <a:buSzPts val="1400"/>
              <a:buNone/>
              <a:defRPr b="0" i="0" sz="1050" u="none" cap="none" strike="noStrike">
                <a:solidFill>
                  <a:schemeClr val="dk2"/>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11" name="Google Shape;11;p38"/>
          <p:cNvSpPr/>
          <p:nvPr/>
        </p:nvSpPr>
        <p:spPr>
          <a:xfrm>
            <a:off x="0" y="0"/>
            <a:ext cx="12192000" cy="6858000"/>
          </a:xfrm>
          <a:custGeom>
            <a:rect b="b" l="l" r="r" t="t"/>
            <a:pathLst>
              <a:path extrusionOk="0" h="6858000" w="12192000">
                <a:moveTo>
                  <a:pt x="160920" y="157606"/>
                </a:moveTo>
                <a:lnTo>
                  <a:pt x="160920" y="6700394"/>
                </a:lnTo>
                <a:lnTo>
                  <a:pt x="12031081" y="6700394"/>
                </a:lnTo>
                <a:lnTo>
                  <a:pt x="12031081" y="157606"/>
                </a:lnTo>
                <a:close/>
                <a:moveTo>
                  <a:pt x="0" y="0"/>
                </a:moveTo>
                <a:lnTo>
                  <a:pt x="12192000" y="0"/>
                </a:lnTo>
                <a:lnTo>
                  <a:pt x="12192000" y="6858000"/>
                </a:lnTo>
                <a:lnTo>
                  <a:pt x="0" y="6858000"/>
                </a:lnTo>
                <a:close/>
              </a:path>
            </a:pathLst>
          </a:custGeom>
          <a:solidFill>
            <a:schemeClr val="l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 Id="rId3" Type="http://schemas.openxmlformats.org/officeDocument/2006/relationships/hyperlink" Target="https://aeon.co/essays/how-do-you-decolonise-the-english-language" TargetMode="Externa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 name="Shape 94"/>
        <p:cNvGrpSpPr/>
        <p:nvPr/>
      </p:nvGrpSpPr>
      <p:grpSpPr>
        <a:xfrm>
          <a:off x="0" y="0"/>
          <a:ext cx="0" cy="0"/>
          <a:chOff x="0" y="0"/>
          <a:chExt cx="0" cy="0"/>
        </a:xfrm>
      </p:grpSpPr>
      <p:sp>
        <p:nvSpPr>
          <p:cNvPr id="95" name="Google Shape;95;p1"/>
          <p:cNvSpPr/>
          <p:nvPr/>
        </p:nvSpPr>
        <p:spPr>
          <a:xfrm>
            <a:off x="0" y="0"/>
            <a:ext cx="12192000"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pic>
        <p:nvPicPr>
          <p:cNvPr descr="A close up of a pattern&#10;&#10;Description automatically generated" id="96" name="Google Shape;96;p1"/>
          <p:cNvPicPr preferRelativeResize="0"/>
          <p:nvPr/>
        </p:nvPicPr>
        <p:blipFill rotWithShape="1">
          <a:blip r:embed="rId3">
            <a:alphaModFix/>
          </a:blip>
          <a:srcRect b="25144" l="0" r="0" t="18606"/>
          <a:stretch/>
        </p:blipFill>
        <p:spPr>
          <a:xfrm>
            <a:off x="20" y="10"/>
            <a:ext cx="12191980" cy="6857989"/>
          </a:xfrm>
          <a:prstGeom prst="rect">
            <a:avLst/>
          </a:prstGeom>
          <a:noFill/>
          <a:ln>
            <a:noFill/>
          </a:ln>
        </p:spPr>
      </p:pic>
      <p:sp>
        <p:nvSpPr>
          <p:cNvPr id="97" name="Google Shape;97;p1"/>
          <p:cNvSpPr/>
          <p:nvPr/>
        </p:nvSpPr>
        <p:spPr>
          <a:xfrm>
            <a:off x="1028700" y="1028700"/>
            <a:ext cx="10134600" cy="4800600"/>
          </a:xfrm>
          <a:prstGeom prst="rect">
            <a:avLst/>
          </a:prstGeom>
          <a:solidFill>
            <a:schemeClr val="lt2">
              <a:alpha val="80784"/>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98" name="Google Shape;98;p1"/>
          <p:cNvSpPr txBox="1"/>
          <p:nvPr>
            <p:ph type="ctrTitle"/>
          </p:nvPr>
        </p:nvSpPr>
        <p:spPr>
          <a:xfrm>
            <a:off x="1473596" y="1866157"/>
            <a:ext cx="9244808" cy="1486609"/>
          </a:xfrm>
          <a:prstGeom prst="rect">
            <a:avLst/>
          </a:prstGeom>
          <a:noFill/>
          <a:ln>
            <a:noFill/>
          </a:ln>
        </p:spPr>
        <p:txBody>
          <a:bodyPr anchorCtr="0" anchor="b" bIns="45700" lIns="91425" spcFirstLastPara="1" rIns="91425" wrap="square" tIns="45700">
            <a:noAutofit/>
          </a:bodyPr>
          <a:lstStyle/>
          <a:p>
            <a:pPr indent="0" lvl="0" marL="0" rtl="0" algn="ctr">
              <a:lnSpc>
                <a:spcPct val="110000"/>
              </a:lnSpc>
              <a:spcBef>
                <a:spcPts val="0"/>
              </a:spcBef>
              <a:spcAft>
                <a:spcPts val="0"/>
              </a:spcAft>
              <a:buClr>
                <a:schemeClr val="dk2"/>
              </a:buClr>
              <a:buSzPts val="4800"/>
              <a:buFont typeface="Bell MT"/>
              <a:buNone/>
            </a:pPr>
            <a:r>
              <a:rPr b="1" lang="en-US" sz="4800">
                <a:latin typeface="Bell MT"/>
                <a:ea typeface="Bell MT"/>
                <a:cs typeface="Bell MT"/>
                <a:sym typeface="Bell MT"/>
              </a:rPr>
              <a:t>COMMUNICATION SKILLS LAB</a:t>
            </a:r>
            <a:endParaRPr/>
          </a:p>
        </p:txBody>
      </p:sp>
      <p:grpSp>
        <p:nvGrpSpPr>
          <p:cNvPr id="99" name="Google Shape;99;p1"/>
          <p:cNvGrpSpPr/>
          <p:nvPr/>
        </p:nvGrpSpPr>
        <p:grpSpPr>
          <a:xfrm>
            <a:off x="5662258" y="3867111"/>
            <a:ext cx="867485" cy="163226"/>
            <a:chOff x="8910933" y="1837414"/>
            <a:chExt cx="867485" cy="163226"/>
          </a:xfrm>
        </p:grpSpPr>
        <p:sp>
          <p:nvSpPr>
            <p:cNvPr id="100" name="Google Shape;100;p1"/>
            <p:cNvSpPr/>
            <p:nvPr/>
          </p:nvSpPr>
          <p:spPr>
            <a:xfrm flipH="1" rot="-2635175">
              <a:off x="9286956" y="1861308"/>
              <a:ext cx="115439" cy="115439"/>
            </a:xfrm>
            <a:prstGeom prst="rect">
              <a:avLst/>
            </a:prstGeom>
            <a:noFill/>
            <a:ln cap="flat" cmpd="sng" w="15875">
              <a:solidFill>
                <a:schemeClr val="dk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cxnSp>
          <p:nvCxnSpPr>
            <p:cNvPr id="101" name="Google Shape;101;p1"/>
            <p:cNvCxnSpPr/>
            <p:nvPr/>
          </p:nvCxnSpPr>
          <p:spPr>
            <a:xfrm>
              <a:off x="9426289" y="1919027"/>
              <a:ext cx="352129" cy="0"/>
            </a:xfrm>
            <a:prstGeom prst="straightConnector1">
              <a:avLst/>
            </a:prstGeom>
            <a:noFill/>
            <a:ln cap="flat" cmpd="sng" w="15875">
              <a:solidFill>
                <a:schemeClr val="dk2"/>
              </a:solidFill>
              <a:prstDash val="solid"/>
              <a:miter lim="800000"/>
              <a:headEnd len="sm" w="sm" type="none"/>
              <a:tailEnd len="sm" w="sm" type="none"/>
            </a:ln>
          </p:spPr>
        </p:cxnSp>
        <p:cxnSp>
          <p:nvCxnSpPr>
            <p:cNvPr id="102" name="Google Shape;102;p1"/>
            <p:cNvCxnSpPr/>
            <p:nvPr/>
          </p:nvCxnSpPr>
          <p:spPr>
            <a:xfrm>
              <a:off x="8910933" y="1919027"/>
              <a:ext cx="352129" cy="0"/>
            </a:xfrm>
            <a:prstGeom prst="straightConnector1">
              <a:avLst/>
            </a:prstGeom>
            <a:noFill/>
            <a:ln cap="flat" cmpd="sng" w="15875">
              <a:solidFill>
                <a:schemeClr val="dk2"/>
              </a:solidFill>
              <a:prstDash val="solid"/>
              <a:miter lim="800000"/>
              <a:headEnd len="sm" w="sm" type="none"/>
              <a:tailEnd len="sm" w="sm" type="none"/>
            </a:ln>
          </p:spPr>
        </p:cxnSp>
      </p:grpSp>
      <p:sp>
        <p:nvSpPr>
          <p:cNvPr id="103" name="Google Shape;103;p1"/>
          <p:cNvSpPr txBox="1"/>
          <p:nvPr/>
        </p:nvSpPr>
        <p:spPr>
          <a:xfrm>
            <a:off x="2212258" y="4472069"/>
            <a:ext cx="7767484" cy="86177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2500" u="none" cap="none" strike="noStrike">
                <a:solidFill>
                  <a:schemeClr val="dk1"/>
                </a:solidFill>
                <a:latin typeface="Bell MT"/>
                <a:ea typeface="Bell MT"/>
                <a:cs typeface="Bell MT"/>
                <a:sym typeface="Bell MT"/>
              </a:rPr>
              <a:t>Word Meanings, Word Formation, Synonyms and Antonyms; Idioms and Phrases</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sp>
        <p:nvSpPr>
          <p:cNvPr id="108" name="Google Shape;108;p2"/>
          <p:cNvSpPr txBox="1"/>
          <p:nvPr>
            <p:ph type="title"/>
          </p:nvPr>
        </p:nvSpPr>
        <p:spPr>
          <a:xfrm>
            <a:off x="1401392" y="2149642"/>
            <a:ext cx="9389215" cy="1279358"/>
          </a:xfrm>
          <a:prstGeom prst="rect">
            <a:avLst/>
          </a:prstGeom>
          <a:solidFill>
            <a:srgbClr val="C9ABE3"/>
          </a:solidFill>
          <a:ln cap="flat" cmpd="sng" w="9525">
            <a:solidFill>
              <a:srgbClr val="002060"/>
            </a:solidFill>
            <a:prstDash val="solid"/>
            <a:round/>
            <a:headEnd len="sm" w="sm" type="none"/>
            <a:tailEnd len="sm" w="sm" type="none"/>
          </a:ln>
        </p:spPr>
        <p:txBody>
          <a:bodyPr anchorCtr="0" anchor="b" bIns="45700" lIns="91425" spcFirstLastPara="1" rIns="91425" wrap="square" tIns="45700">
            <a:noAutofit/>
          </a:bodyPr>
          <a:lstStyle/>
          <a:p>
            <a:pPr indent="0" lvl="0" marL="0" rtl="0" algn="ctr">
              <a:lnSpc>
                <a:spcPct val="110000"/>
              </a:lnSpc>
              <a:spcBef>
                <a:spcPts val="0"/>
              </a:spcBef>
              <a:spcAft>
                <a:spcPts val="0"/>
              </a:spcAft>
              <a:buClr>
                <a:schemeClr val="dk2"/>
              </a:buClr>
              <a:buSzPts val="6000"/>
              <a:buFont typeface="Bell MT"/>
              <a:buNone/>
            </a:pPr>
            <a:r>
              <a:rPr b="1" lang="en-US" sz="6000">
                <a:latin typeface="Bell MT"/>
                <a:ea typeface="Bell MT"/>
                <a:cs typeface="Bell MT"/>
                <a:sym typeface="Bell MT"/>
              </a:rPr>
              <a:t>WORD FORMATION </a:t>
            </a:r>
            <a:endParaRPr b="1" sz="8000">
              <a:latin typeface="Bell MT"/>
              <a:ea typeface="Bell MT"/>
              <a:cs typeface="Bell MT"/>
              <a:sym typeface="Bell MT"/>
            </a:endParaRPr>
          </a:p>
        </p:txBody>
      </p:sp>
      <p:sp>
        <p:nvSpPr>
          <p:cNvPr id="109" name="Google Shape;109;p2"/>
          <p:cNvSpPr txBox="1"/>
          <p:nvPr>
            <p:ph idx="1" type="body"/>
          </p:nvPr>
        </p:nvSpPr>
        <p:spPr>
          <a:xfrm>
            <a:off x="997974" y="5603317"/>
            <a:ext cx="11749547" cy="5944669"/>
          </a:xfrm>
          <a:prstGeom prst="rect">
            <a:avLst/>
          </a:prstGeom>
          <a:noFill/>
          <a:ln>
            <a:noFill/>
          </a:ln>
        </p:spPr>
        <p:txBody>
          <a:bodyPr anchorCtr="0" anchor="t" bIns="45700" lIns="91425" spcFirstLastPara="1" rIns="91425" wrap="square" tIns="45700">
            <a:noAutofit/>
          </a:bodyPr>
          <a:lstStyle/>
          <a:p>
            <a:pPr indent="-203200" lvl="0" marL="342900" rtl="0" algn="l">
              <a:lnSpc>
                <a:spcPct val="107000"/>
              </a:lnSpc>
              <a:spcBef>
                <a:spcPts val="0"/>
              </a:spcBef>
              <a:spcAft>
                <a:spcPts val="0"/>
              </a:spcAft>
              <a:buClr>
                <a:schemeClr val="dk2"/>
              </a:buClr>
              <a:buSzPts val="2200"/>
              <a:buFont typeface="Arial"/>
              <a:buNone/>
            </a:pPr>
            <a:r>
              <a:t/>
            </a:r>
            <a:endParaRPr b="1" sz="2200">
              <a:latin typeface="Times New Roman"/>
              <a:ea typeface="Times New Roman"/>
              <a:cs typeface="Times New Roman"/>
              <a:sym typeface="Times New Roman"/>
            </a:endParaRPr>
          </a:p>
          <a:p>
            <a:pPr indent="-203200" lvl="0" marL="342900" rtl="0" algn="l">
              <a:lnSpc>
                <a:spcPct val="107000"/>
              </a:lnSpc>
              <a:spcBef>
                <a:spcPts val="1000"/>
              </a:spcBef>
              <a:spcAft>
                <a:spcPts val="0"/>
              </a:spcAft>
              <a:buClr>
                <a:schemeClr val="dk2"/>
              </a:buClr>
              <a:buSzPts val="2200"/>
              <a:buFont typeface="Arial"/>
              <a:buNone/>
            </a:pPr>
            <a:r>
              <a:t/>
            </a:r>
            <a:endParaRPr sz="2200">
              <a:latin typeface="Arial"/>
              <a:ea typeface="Arial"/>
              <a:cs typeface="Arial"/>
              <a:sym typeface="Arial"/>
            </a:endParaRPr>
          </a:p>
          <a:p>
            <a:pPr indent="0" lvl="0" marL="685800" rtl="0" algn="l">
              <a:lnSpc>
                <a:spcPct val="107000"/>
              </a:lnSpc>
              <a:spcBef>
                <a:spcPts val="1000"/>
              </a:spcBef>
              <a:spcAft>
                <a:spcPts val="0"/>
              </a:spcAft>
              <a:buClr>
                <a:schemeClr val="dk2"/>
              </a:buClr>
              <a:buSzPts val="2200"/>
              <a:buFont typeface="Times New Roman"/>
              <a:buNone/>
            </a:pPr>
            <a:r>
              <a:rPr lang="en-US" sz="2200">
                <a:latin typeface="Times New Roman"/>
                <a:ea typeface="Times New Roman"/>
                <a:cs typeface="Times New Roman"/>
                <a:sym typeface="Times New Roman"/>
              </a:rPr>
              <a:t> </a:t>
            </a:r>
            <a:endParaRPr sz="2200">
              <a:latin typeface="Arial"/>
              <a:ea typeface="Arial"/>
              <a:cs typeface="Arial"/>
              <a:sym typeface="Arial"/>
            </a:endParaRPr>
          </a:p>
        </p:txBody>
      </p:sp>
      <p:sp>
        <p:nvSpPr>
          <p:cNvPr id="110" name="Google Shape;110;p2"/>
          <p:cNvSpPr txBox="1"/>
          <p:nvPr/>
        </p:nvSpPr>
        <p:spPr>
          <a:xfrm>
            <a:off x="1090669" y="4513668"/>
            <a:ext cx="10363912" cy="954107"/>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2800" u="none" cap="none" strike="noStrike">
                <a:solidFill>
                  <a:schemeClr val="dk1"/>
                </a:solidFill>
                <a:latin typeface="Times New Roman"/>
                <a:ea typeface="Times New Roman"/>
                <a:cs typeface="Times New Roman"/>
                <a:sym typeface="Times New Roman"/>
              </a:rPr>
              <a:t>Word formation: </a:t>
            </a:r>
            <a:r>
              <a:rPr b="0" i="0" lang="en-US" sz="2800" u="none" cap="none" strike="noStrike">
                <a:solidFill>
                  <a:schemeClr val="dk1"/>
                </a:solidFill>
                <a:latin typeface="Times New Roman"/>
                <a:ea typeface="Times New Roman"/>
                <a:cs typeface="Times New Roman"/>
                <a:sym typeface="Times New Roman"/>
              </a:rPr>
              <a:t>The process through which new words enter a language and are brought into accepted use.</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 name="Shape 114"/>
        <p:cNvGrpSpPr/>
        <p:nvPr/>
      </p:nvGrpSpPr>
      <p:grpSpPr>
        <a:xfrm>
          <a:off x="0" y="0"/>
          <a:ext cx="0" cy="0"/>
          <a:chOff x="0" y="0"/>
          <a:chExt cx="0" cy="0"/>
        </a:xfrm>
      </p:grpSpPr>
      <p:sp>
        <p:nvSpPr>
          <p:cNvPr id="115" name="Google Shape;115;p3"/>
          <p:cNvSpPr txBox="1"/>
          <p:nvPr>
            <p:ph idx="1" type="body"/>
          </p:nvPr>
        </p:nvSpPr>
        <p:spPr>
          <a:xfrm>
            <a:off x="220579" y="192505"/>
            <a:ext cx="11971420" cy="6665494"/>
          </a:xfrm>
          <a:prstGeom prst="rect">
            <a:avLst/>
          </a:prstGeom>
          <a:noFill/>
          <a:ln>
            <a:noFill/>
          </a:ln>
        </p:spPr>
        <p:txBody>
          <a:bodyPr anchorCtr="0" anchor="t" bIns="45700" lIns="91425" spcFirstLastPara="1" rIns="91425" wrap="square" tIns="45700">
            <a:normAutofit/>
          </a:bodyPr>
          <a:lstStyle/>
          <a:p>
            <a:pPr indent="0" lvl="0" marL="0" rtl="0" algn="l">
              <a:lnSpc>
                <a:spcPct val="110000"/>
              </a:lnSpc>
              <a:spcBef>
                <a:spcPts val="0"/>
              </a:spcBef>
              <a:spcAft>
                <a:spcPts val="0"/>
              </a:spcAft>
              <a:buClr>
                <a:schemeClr val="dk2"/>
              </a:buClr>
              <a:buSzPts val="2000"/>
              <a:buFont typeface="Arial"/>
              <a:buNone/>
            </a:pPr>
            <a:r>
              <a:rPr lang="en-US"/>
              <a:t>Ways of Word Formation</a:t>
            </a:r>
            <a:endParaRPr/>
          </a:p>
          <a:p>
            <a:pPr indent="-342900" lvl="0" marL="342900" rtl="0" algn="l">
              <a:lnSpc>
                <a:spcPct val="110000"/>
              </a:lnSpc>
              <a:spcBef>
                <a:spcPts val="1000"/>
              </a:spcBef>
              <a:spcAft>
                <a:spcPts val="0"/>
              </a:spcAft>
              <a:buClr>
                <a:schemeClr val="dk2"/>
              </a:buClr>
              <a:buSzPts val="2000"/>
              <a:buFont typeface="Arial"/>
              <a:buChar char="•"/>
            </a:pPr>
            <a:r>
              <a:rPr b="1" lang="en-US"/>
              <a:t>Blending</a:t>
            </a:r>
            <a:r>
              <a:rPr lang="en-US"/>
              <a:t>: Two words are joined together; a part of each word is removed in the process.</a:t>
            </a:r>
            <a:endParaRPr/>
          </a:p>
          <a:p>
            <a:pPr indent="0" lvl="1" marL="274320" rtl="0" algn="l">
              <a:lnSpc>
                <a:spcPct val="110000"/>
              </a:lnSpc>
              <a:spcBef>
                <a:spcPts val="500"/>
              </a:spcBef>
              <a:spcAft>
                <a:spcPts val="0"/>
              </a:spcAft>
              <a:buClr>
                <a:schemeClr val="dk2"/>
              </a:buClr>
              <a:buSzPts val="1530"/>
              <a:buNone/>
            </a:pPr>
            <a:r>
              <a:t/>
            </a:r>
            <a:endParaRPr/>
          </a:p>
          <a:p>
            <a:pPr indent="-215900" lvl="0" marL="342900" rtl="0" algn="l">
              <a:lnSpc>
                <a:spcPct val="110000"/>
              </a:lnSpc>
              <a:spcBef>
                <a:spcPts val="1000"/>
              </a:spcBef>
              <a:spcAft>
                <a:spcPts val="0"/>
              </a:spcAft>
              <a:buClr>
                <a:schemeClr val="dk2"/>
              </a:buClr>
              <a:buSzPts val="2000"/>
              <a:buFont typeface="Arial"/>
              <a:buNone/>
            </a:pPr>
            <a:r>
              <a:t/>
            </a:r>
            <a:endParaRPr b="1"/>
          </a:p>
          <a:p>
            <a:pPr indent="-215900" lvl="0" marL="342900" rtl="0" algn="l">
              <a:lnSpc>
                <a:spcPct val="110000"/>
              </a:lnSpc>
              <a:spcBef>
                <a:spcPts val="1000"/>
              </a:spcBef>
              <a:spcAft>
                <a:spcPts val="0"/>
              </a:spcAft>
              <a:buClr>
                <a:schemeClr val="dk2"/>
              </a:buClr>
              <a:buSzPts val="2000"/>
              <a:buFont typeface="Arial"/>
              <a:buNone/>
            </a:pPr>
            <a:r>
              <a:t/>
            </a:r>
            <a:endParaRPr b="1"/>
          </a:p>
          <a:p>
            <a:pPr indent="-342900" lvl="0" marL="342900" rtl="0" algn="l">
              <a:lnSpc>
                <a:spcPct val="110000"/>
              </a:lnSpc>
              <a:spcBef>
                <a:spcPts val="1000"/>
              </a:spcBef>
              <a:spcAft>
                <a:spcPts val="0"/>
              </a:spcAft>
              <a:buClr>
                <a:schemeClr val="dk2"/>
              </a:buClr>
              <a:buSzPts val="2000"/>
              <a:buFont typeface="Arial"/>
              <a:buChar char="•"/>
            </a:pPr>
            <a:r>
              <a:rPr b="1" lang="en-US"/>
              <a:t>Compounding: </a:t>
            </a:r>
            <a:r>
              <a:rPr lang="en-US"/>
              <a:t>Compound: comprises two or more elements.</a:t>
            </a:r>
            <a:endParaRPr/>
          </a:p>
          <a:p>
            <a:pPr indent="0" lvl="1" marL="274320" rtl="0" algn="l">
              <a:lnSpc>
                <a:spcPct val="110000"/>
              </a:lnSpc>
              <a:spcBef>
                <a:spcPts val="500"/>
              </a:spcBef>
              <a:spcAft>
                <a:spcPts val="0"/>
              </a:spcAft>
              <a:buClr>
                <a:schemeClr val="dk2"/>
              </a:buClr>
              <a:buSzPts val="1530"/>
              <a:buNone/>
            </a:pPr>
            <a:r>
              <a:t/>
            </a:r>
            <a:endParaRPr/>
          </a:p>
          <a:p>
            <a:pPr indent="0" lvl="1" marL="274320" rtl="0" algn="l">
              <a:lnSpc>
                <a:spcPct val="110000"/>
              </a:lnSpc>
              <a:spcBef>
                <a:spcPts val="500"/>
              </a:spcBef>
              <a:spcAft>
                <a:spcPts val="0"/>
              </a:spcAft>
              <a:buClr>
                <a:schemeClr val="dk2"/>
              </a:buClr>
              <a:buSzPts val="1530"/>
              <a:buNone/>
            </a:pPr>
            <a:r>
              <a:t/>
            </a:r>
            <a:endParaRPr/>
          </a:p>
          <a:p>
            <a:pPr indent="0" lvl="1" marL="274320" rtl="0" algn="l">
              <a:lnSpc>
                <a:spcPct val="110000"/>
              </a:lnSpc>
              <a:spcBef>
                <a:spcPts val="500"/>
              </a:spcBef>
              <a:spcAft>
                <a:spcPts val="0"/>
              </a:spcAft>
              <a:buClr>
                <a:schemeClr val="dk2"/>
              </a:buClr>
              <a:buSzPts val="1530"/>
              <a:buNone/>
            </a:pPr>
            <a:r>
              <a:t/>
            </a:r>
            <a:endParaRPr/>
          </a:p>
          <a:p>
            <a:pPr indent="0" lvl="1" marL="274320" rtl="0" algn="l">
              <a:lnSpc>
                <a:spcPct val="110000"/>
              </a:lnSpc>
              <a:spcBef>
                <a:spcPts val="500"/>
              </a:spcBef>
              <a:spcAft>
                <a:spcPts val="0"/>
              </a:spcAft>
              <a:buClr>
                <a:schemeClr val="dk2"/>
              </a:buClr>
              <a:buSzPts val="1530"/>
              <a:buNone/>
            </a:pPr>
            <a:r>
              <a:t/>
            </a:r>
            <a:endParaRPr/>
          </a:p>
          <a:p>
            <a:pPr indent="0" lvl="1" marL="274320" rtl="0" algn="l">
              <a:lnSpc>
                <a:spcPct val="110000"/>
              </a:lnSpc>
              <a:spcBef>
                <a:spcPts val="500"/>
              </a:spcBef>
              <a:spcAft>
                <a:spcPts val="0"/>
              </a:spcAft>
              <a:buClr>
                <a:schemeClr val="dk2"/>
              </a:buClr>
              <a:buSzPts val="1530"/>
              <a:buNone/>
            </a:pPr>
            <a:r>
              <a:t/>
            </a:r>
            <a:endParaRPr/>
          </a:p>
          <a:p>
            <a:pPr indent="-342900" lvl="0" marL="342900" rtl="0" algn="l">
              <a:lnSpc>
                <a:spcPct val="110000"/>
              </a:lnSpc>
              <a:spcBef>
                <a:spcPts val="1000"/>
              </a:spcBef>
              <a:spcAft>
                <a:spcPts val="0"/>
              </a:spcAft>
              <a:buClr>
                <a:schemeClr val="dk2"/>
              </a:buClr>
              <a:buSzPts val="2000"/>
              <a:buFont typeface="Arial"/>
              <a:buChar char="•"/>
            </a:pPr>
            <a:r>
              <a:rPr b="1" lang="en-US"/>
              <a:t>Clipping: </a:t>
            </a:r>
            <a:r>
              <a:rPr lang="en-US"/>
              <a:t>Shortening; Formation of words by removing a part of a word to create a synonym that is adapted in popular usage.</a:t>
            </a:r>
            <a:endParaRPr/>
          </a:p>
        </p:txBody>
      </p:sp>
      <p:graphicFrame>
        <p:nvGraphicFramePr>
          <p:cNvPr id="116" name="Google Shape;116;p3"/>
          <p:cNvGraphicFramePr/>
          <p:nvPr/>
        </p:nvGraphicFramePr>
        <p:xfrm>
          <a:off x="2517272" y="1016585"/>
          <a:ext cx="3000000" cy="3000000"/>
        </p:xfrm>
        <a:graphic>
          <a:graphicData uri="http://schemas.openxmlformats.org/drawingml/2006/table">
            <a:tbl>
              <a:tblPr bandRow="1">
                <a:noFill/>
                <a:tableStyleId>{4E657191-9533-4C51-992F-CF23418656C9}</a:tableStyleId>
              </a:tblPr>
              <a:tblGrid>
                <a:gridCol w="3924975"/>
                <a:gridCol w="3924975"/>
              </a:tblGrid>
              <a:tr h="370850">
                <a:tc>
                  <a:txBody>
                    <a:bodyPr/>
                    <a:lstStyle/>
                    <a:p>
                      <a:pPr indent="-342899" lvl="1" marL="617220" marR="0" rtl="0" algn="l">
                        <a:lnSpc>
                          <a:spcPct val="110000"/>
                        </a:lnSpc>
                        <a:spcBef>
                          <a:spcPts val="0"/>
                        </a:spcBef>
                        <a:spcAft>
                          <a:spcPts val="0"/>
                        </a:spcAft>
                        <a:buClr>
                          <a:srgbClr val="1D2733"/>
                        </a:buClr>
                        <a:buSzPts val="1530"/>
                        <a:buFont typeface="Arial"/>
                        <a:buChar char="•"/>
                      </a:pPr>
                      <a:r>
                        <a:rPr b="0" i="0" lang="en-US" sz="1800" u="none" cap="none" strike="noStrike">
                          <a:solidFill>
                            <a:srgbClr val="1D2733"/>
                          </a:solidFill>
                          <a:latin typeface="Arial"/>
                          <a:ea typeface="Arial"/>
                          <a:cs typeface="Arial"/>
                          <a:sym typeface="Arial"/>
                        </a:rPr>
                        <a:t>binary+ digit: bit</a:t>
                      </a:r>
                      <a:endParaRPr/>
                    </a:p>
                    <a:p>
                      <a:pPr indent="-342899" lvl="1" marL="617220" marR="0" rtl="0" algn="l">
                        <a:lnSpc>
                          <a:spcPct val="110000"/>
                        </a:lnSpc>
                        <a:spcBef>
                          <a:spcPts val="500"/>
                        </a:spcBef>
                        <a:spcAft>
                          <a:spcPts val="0"/>
                        </a:spcAft>
                        <a:buClr>
                          <a:srgbClr val="1D2733"/>
                        </a:buClr>
                        <a:buSzPts val="1530"/>
                        <a:buFont typeface="Arial"/>
                        <a:buChar char="•"/>
                      </a:pPr>
                      <a:r>
                        <a:rPr b="0" i="0" lang="en-US" sz="1800" u="none" cap="none" strike="noStrike">
                          <a:solidFill>
                            <a:srgbClr val="1D2733"/>
                          </a:solidFill>
                          <a:latin typeface="Arial"/>
                          <a:ea typeface="Arial"/>
                          <a:cs typeface="Arial"/>
                          <a:sym typeface="Arial"/>
                        </a:rPr>
                        <a:t>Breakfast+ lunch= brunch</a:t>
                      </a:r>
                      <a:endParaRPr/>
                    </a:p>
                    <a:p>
                      <a:pPr indent="-342899" lvl="1" marL="617220" marR="0" rtl="0" algn="l">
                        <a:lnSpc>
                          <a:spcPct val="110000"/>
                        </a:lnSpc>
                        <a:spcBef>
                          <a:spcPts val="500"/>
                        </a:spcBef>
                        <a:spcAft>
                          <a:spcPts val="0"/>
                        </a:spcAft>
                        <a:buClr>
                          <a:srgbClr val="1D2733"/>
                        </a:buClr>
                        <a:buSzPts val="1530"/>
                        <a:buFont typeface="Arial"/>
                        <a:buChar char="•"/>
                      </a:pPr>
                      <a:r>
                        <a:rPr b="0" i="0" lang="en-US" sz="1800" u="none" cap="none" strike="noStrike">
                          <a:solidFill>
                            <a:srgbClr val="1D2733"/>
                          </a:solidFill>
                          <a:latin typeface="Arial"/>
                          <a:ea typeface="Arial"/>
                          <a:cs typeface="Arial"/>
                          <a:sym typeface="Arial"/>
                        </a:rPr>
                        <a:t>Ankle+ bracelet= anklet</a:t>
                      </a:r>
                      <a:endParaRPr/>
                    </a:p>
                  </a:txBody>
                  <a:tcPr marT="45725" marB="45725" marR="91450" marL="91450"/>
                </a:tc>
                <a:tc>
                  <a:txBody>
                    <a:bodyPr/>
                    <a:lstStyle/>
                    <a:p>
                      <a:pPr indent="-342899" lvl="1" marL="617220" marR="0" rtl="0" algn="l">
                        <a:lnSpc>
                          <a:spcPct val="110000"/>
                        </a:lnSpc>
                        <a:spcBef>
                          <a:spcPts val="0"/>
                        </a:spcBef>
                        <a:spcAft>
                          <a:spcPts val="0"/>
                        </a:spcAft>
                        <a:buClr>
                          <a:srgbClr val="1D2733"/>
                        </a:buClr>
                        <a:buSzPts val="1530"/>
                        <a:buFont typeface="Arial"/>
                        <a:buChar char="•"/>
                      </a:pPr>
                      <a:r>
                        <a:rPr b="0" i="0" lang="en-US" sz="1800" u="none" cap="none" strike="noStrike">
                          <a:solidFill>
                            <a:srgbClr val="1D2733"/>
                          </a:solidFill>
                          <a:latin typeface="Arial"/>
                          <a:ea typeface="Arial"/>
                          <a:cs typeface="Arial"/>
                          <a:sym typeface="Arial"/>
                        </a:rPr>
                        <a:t>Athletic+ leisure= Athleisure</a:t>
                      </a:r>
                      <a:endParaRPr/>
                    </a:p>
                    <a:p>
                      <a:pPr indent="-342899" lvl="1" marL="617220" marR="0" rtl="0" algn="l">
                        <a:lnSpc>
                          <a:spcPct val="110000"/>
                        </a:lnSpc>
                        <a:spcBef>
                          <a:spcPts val="500"/>
                        </a:spcBef>
                        <a:spcAft>
                          <a:spcPts val="0"/>
                        </a:spcAft>
                        <a:buClr>
                          <a:srgbClr val="1D2733"/>
                        </a:buClr>
                        <a:buSzPts val="1530"/>
                        <a:buFont typeface="Arial"/>
                        <a:buChar char="•"/>
                      </a:pPr>
                      <a:r>
                        <a:rPr b="0" i="0" lang="en-US" sz="1800" u="none" cap="none" strike="noStrike">
                          <a:solidFill>
                            <a:srgbClr val="1D2733"/>
                          </a:solidFill>
                          <a:latin typeface="Arial"/>
                          <a:ea typeface="Arial"/>
                          <a:cs typeface="Arial"/>
                          <a:sym typeface="Arial"/>
                        </a:rPr>
                        <a:t>emotion+ icon= emoticon</a:t>
                      </a:r>
                      <a:endParaRPr/>
                    </a:p>
                    <a:p>
                      <a:pPr indent="-245744" lvl="1" marL="617220" marR="0" rtl="0" algn="l">
                        <a:lnSpc>
                          <a:spcPct val="110000"/>
                        </a:lnSpc>
                        <a:spcBef>
                          <a:spcPts val="500"/>
                        </a:spcBef>
                        <a:spcAft>
                          <a:spcPts val="0"/>
                        </a:spcAft>
                        <a:buClr>
                          <a:schemeClr val="dk1"/>
                        </a:buClr>
                        <a:buSzPts val="1530"/>
                        <a:buFont typeface="Arial"/>
                        <a:buNone/>
                      </a:pPr>
                      <a:r>
                        <a:t/>
                      </a:r>
                      <a:endParaRPr b="0" i="0" sz="1800" u="none" cap="none" strike="noStrike">
                        <a:solidFill>
                          <a:srgbClr val="1D2733"/>
                        </a:solidFill>
                        <a:latin typeface="Arial"/>
                        <a:ea typeface="Arial"/>
                        <a:cs typeface="Arial"/>
                        <a:sym typeface="Arial"/>
                      </a:endParaRPr>
                    </a:p>
                  </a:txBody>
                  <a:tcPr marT="45725" marB="45725" marR="91450" marL="91450"/>
                </a:tc>
              </a:tr>
            </a:tbl>
          </a:graphicData>
        </a:graphic>
      </p:graphicFrame>
      <p:sp>
        <p:nvSpPr>
          <p:cNvPr id="117" name="Google Shape;117;p3"/>
          <p:cNvSpPr txBox="1"/>
          <p:nvPr/>
        </p:nvSpPr>
        <p:spPr>
          <a:xfrm>
            <a:off x="787400" y="1224327"/>
            <a:ext cx="1037390" cy="369332"/>
          </a:xfrm>
          <a:prstGeom prst="rect">
            <a:avLst/>
          </a:prstGeom>
          <a:solidFill>
            <a:srgbClr val="E3ABCF"/>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800" u="none" cap="none" strike="noStrike">
                <a:solidFill>
                  <a:schemeClr val="dk1"/>
                </a:solidFill>
                <a:latin typeface="Arial"/>
                <a:ea typeface="Arial"/>
                <a:cs typeface="Arial"/>
                <a:sym typeface="Arial"/>
              </a:rPr>
              <a:t>Example</a:t>
            </a:r>
            <a:endParaRPr/>
          </a:p>
        </p:txBody>
      </p:sp>
      <p:cxnSp>
        <p:nvCxnSpPr>
          <p:cNvPr id="118" name="Google Shape;118;p3"/>
          <p:cNvCxnSpPr>
            <a:stCxn id="117" idx="3"/>
          </p:cNvCxnSpPr>
          <p:nvPr/>
        </p:nvCxnSpPr>
        <p:spPr>
          <a:xfrm>
            <a:off x="1824790" y="1408993"/>
            <a:ext cx="518700" cy="0"/>
          </a:xfrm>
          <a:prstGeom prst="straightConnector1">
            <a:avLst/>
          </a:prstGeom>
          <a:noFill/>
          <a:ln cap="flat" cmpd="sng" w="9525">
            <a:solidFill>
              <a:schemeClr val="accent1"/>
            </a:solidFill>
            <a:prstDash val="solid"/>
            <a:miter lim="800000"/>
            <a:headEnd len="sm" w="sm" type="none"/>
            <a:tailEnd len="med" w="med" type="triangle"/>
          </a:ln>
        </p:spPr>
      </p:cxnSp>
      <p:graphicFrame>
        <p:nvGraphicFramePr>
          <p:cNvPr id="119" name="Google Shape;119;p3"/>
          <p:cNvGraphicFramePr/>
          <p:nvPr/>
        </p:nvGraphicFramePr>
        <p:xfrm>
          <a:off x="2693737" y="2913952"/>
          <a:ext cx="3000000" cy="3000000"/>
        </p:xfrm>
        <a:graphic>
          <a:graphicData uri="http://schemas.openxmlformats.org/drawingml/2006/table">
            <a:tbl>
              <a:tblPr bandRow="1">
                <a:noFill/>
                <a:tableStyleId>{4E657191-9533-4C51-992F-CF23418656C9}</a:tableStyleId>
              </a:tblPr>
              <a:tblGrid>
                <a:gridCol w="6410150"/>
              </a:tblGrid>
              <a:tr h="370850">
                <a:tc>
                  <a:txBody>
                    <a:bodyPr/>
                    <a:lstStyle/>
                    <a:p>
                      <a:pPr indent="-342899" lvl="1" marL="617220" marR="0" rtl="0" algn="l">
                        <a:spcBef>
                          <a:spcPts val="0"/>
                        </a:spcBef>
                        <a:spcAft>
                          <a:spcPts val="0"/>
                        </a:spcAft>
                        <a:buClr>
                          <a:schemeClr val="dk1"/>
                        </a:buClr>
                        <a:buSzPts val="1800"/>
                        <a:buFont typeface="Noto Sans Symbols"/>
                        <a:buChar char="▪"/>
                      </a:pPr>
                      <a:r>
                        <a:rPr lang="en-US" sz="1800" u="none" cap="none" strike="noStrike"/>
                        <a:t>door+ knob= doorknob (without hyphen or space)</a:t>
                      </a:r>
                      <a:endParaRPr/>
                    </a:p>
                    <a:p>
                      <a:pPr indent="-342899" lvl="1" marL="617220" marR="0" rtl="0" algn="l">
                        <a:spcBef>
                          <a:spcPts val="0"/>
                        </a:spcBef>
                        <a:spcAft>
                          <a:spcPts val="0"/>
                        </a:spcAft>
                        <a:buClr>
                          <a:schemeClr val="dk1"/>
                        </a:buClr>
                        <a:buSzPts val="1800"/>
                        <a:buFont typeface="Noto Sans Symbols"/>
                        <a:buChar char="▪"/>
                      </a:pPr>
                      <a:r>
                        <a:rPr lang="en-US" sz="1800" u="none" cap="none" strike="noStrike"/>
                        <a:t>finger+ print= fingerprint (without hyphen or space)</a:t>
                      </a:r>
                      <a:endParaRPr/>
                    </a:p>
                    <a:p>
                      <a:pPr indent="-342899" lvl="1" marL="617220" marR="0" rtl="0" algn="l">
                        <a:spcBef>
                          <a:spcPts val="0"/>
                        </a:spcBef>
                        <a:spcAft>
                          <a:spcPts val="0"/>
                        </a:spcAft>
                        <a:buClr>
                          <a:schemeClr val="dk1"/>
                        </a:buClr>
                        <a:buSzPts val="1800"/>
                        <a:buFont typeface="Noto Sans Symbols"/>
                        <a:buChar char="▪"/>
                      </a:pPr>
                      <a:r>
                        <a:rPr lang="en-US" sz="1800" u="none" cap="none" strike="noStrike"/>
                        <a:t>well+ cooked= well-cooked (use of hyphen)</a:t>
                      </a:r>
                      <a:endParaRPr/>
                    </a:p>
                    <a:p>
                      <a:pPr indent="-342899" lvl="1" marL="617220" marR="0" rtl="0" algn="l">
                        <a:spcBef>
                          <a:spcPts val="0"/>
                        </a:spcBef>
                        <a:spcAft>
                          <a:spcPts val="0"/>
                        </a:spcAft>
                        <a:buClr>
                          <a:schemeClr val="dk1"/>
                        </a:buClr>
                        <a:buSzPts val="1800"/>
                        <a:buFont typeface="Noto Sans Symbols"/>
                        <a:buChar char="▪"/>
                      </a:pPr>
                      <a:r>
                        <a:rPr lang="en-US" sz="1800" u="none" cap="none" strike="noStrike"/>
                        <a:t>fast+ food = fast-food (use of hyphen)</a:t>
                      </a:r>
                      <a:endParaRPr/>
                    </a:p>
                    <a:p>
                      <a:pPr indent="-342899" lvl="1" marL="617220" marR="0" rtl="0" algn="l">
                        <a:spcBef>
                          <a:spcPts val="0"/>
                        </a:spcBef>
                        <a:spcAft>
                          <a:spcPts val="0"/>
                        </a:spcAft>
                        <a:buClr>
                          <a:schemeClr val="dk1"/>
                        </a:buClr>
                        <a:buSzPts val="1800"/>
                        <a:buFont typeface="Noto Sans Symbols"/>
                        <a:buChar char="▪"/>
                      </a:pPr>
                      <a:r>
                        <a:rPr lang="en-US" sz="1800" u="none" cap="none" strike="noStrike"/>
                        <a:t>child+ care= child care (with space)</a:t>
                      </a:r>
                      <a:endParaRPr/>
                    </a:p>
                    <a:p>
                      <a:pPr indent="-342899" lvl="1" marL="617220" marR="0" rtl="0" algn="l">
                        <a:spcBef>
                          <a:spcPts val="0"/>
                        </a:spcBef>
                        <a:spcAft>
                          <a:spcPts val="0"/>
                        </a:spcAft>
                        <a:buClr>
                          <a:schemeClr val="dk1"/>
                        </a:buClr>
                        <a:buSzPts val="1800"/>
                        <a:buFont typeface="Noto Sans Symbols"/>
                        <a:buChar char="▪"/>
                      </a:pPr>
                      <a:r>
                        <a:rPr lang="en-US" sz="1800" u="none" cap="none" strike="noStrike"/>
                        <a:t>ice+ cream= ice cream (with space)</a:t>
                      </a:r>
                      <a:endParaRPr sz="1800" u="none" cap="none" strike="noStrike"/>
                    </a:p>
                  </a:txBody>
                  <a:tcPr marT="45725" marB="45725" marR="91450" marL="91450"/>
                </a:tc>
              </a:tr>
            </a:tbl>
          </a:graphicData>
        </a:graphic>
      </p:graphicFrame>
      <p:sp>
        <p:nvSpPr>
          <p:cNvPr id="120" name="Google Shape;120;p3"/>
          <p:cNvSpPr txBox="1"/>
          <p:nvPr/>
        </p:nvSpPr>
        <p:spPr>
          <a:xfrm>
            <a:off x="787400" y="2913952"/>
            <a:ext cx="1037390" cy="369332"/>
          </a:xfrm>
          <a:prstGeom prst="rect">
            <a:avLst/>
          </a:prstGeom>
          <a:solidFill>
            <a:srgbClr val="E3ABCF"/>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Arial"/>
                <a:ea typeface="Arial"/>
                <a:cs typeface="Arial"/>
                <a:sym typeface="Arial"/>
              </a:rPr>
              <a:t>Example</a:t>
            </a:r>
            <a:endParaRPr/>
          </a:p>
        </p:txBody>
      </p:sp>
      <p:sp>
        <p:nvSpPr>
          <p:cNvPr id="121" name="Google Shape;121;p3"/>
          <p:cNvSpPr txBox="1"/>
          <p:nvPr/>
        </p:nvSpPr>
        <p:spPr>
          <a:xfrm>
            <a:off x="870616" y="5630001"/>
            <a:ext cx="1037390" cy="369332"/>
          </a:xfrm>
          <a:prstGeom prst="rect">
            <a:avLst/>
          </a:prstGeom>
          <a:solidFill>
            <a:srgbClr val="E3ABCF"/>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Arial"/>
                <a:ea typeface="Arial"/>
                <a:cs typeface="Arial"/>
                <a:sym typeface="Arial"/>
              </a:rPr>
              <a:t>Example</a:t>
            </a:r>
            <a:endParaRPr/>
          </a:p>
        </p:txBody>
      </p:sp>
      <p:cxnSp>
        <p:nvCxnSpPr>
          <p:cNvPr id="122" name="Google Shape;122;p3"/>
          <p:cNvCxnSpPr>
            <a:stCxn id="121" idx="3"/>
          </p:cNvCxnSpPr>
          <p:nvPr/>
        </p:nvCxnSpPr>
        <p:spPr>
          <a:xfrm>
            <a:off x="1908006" y="5814667"/>
            <a:ext cx="518700" cy="0"/>
          </a:xfrm>
          <a:prstGeom prst="straightConnector1">
            <a:avLst/>
          </a:prstGeom>
          <a:noFill/>
          <a:ln cap="flat" cmpd="sng" w="9525">
            <a:solidFill>
              <a:schemeClr val="accent1"/>
            </a:solidFill>
            <a:prstDash val="solid"/>
            <a:miter lim="800000"/>
            <a:headEnd len="sm" w="sm" type="none"/>
            <a:tailEnd len="med" w="med" type="triangle"/>
          </a:ln>
        </p:spPr>
      </p:cxnSp>
      <p:graphicFrame>
        <p:nvGraphicFramePr>
          <p:cNvPr id="123" name="Google Shape;123;p3"/>
          <p:cNvGraphicFramePr/>
          <p:nvPr/>
        </p:nvGraphicFramePr>
        <p:xfrm>
          <a:off x="2450765" y="5601351"/>
          <a:ext cx="3000000" cy="3000000"/>
        </p:xfrm>
        <a:graphic>
          <a:graphicData uri="http://schemas.openxmlformats.org/drawingml/2006/table">
            <a:tbl>
              <a:tblPr bandRow="1">
                <a:noFill/>
                <a:tableStyleId>{4E657191-9533-4C51-992F-CF23418656C9}</a:tableStyleId>
              </a:tblPr>
              <a:tblGrid>
                <a:gridCol w="3645225"/>
                <a:gridCol w="3645225"/>
              </a:tblGrid>
              <a:tr h="370850">
                <a:tc>
                  <a:txBody>
                    <a:bodyPr/>
                    <a:lstStyle/>
                    <a:p>
                      <a:pPr indent="-342899" lvl="1" marL="617220" marR="0" rtl="0" algn="l">
                        <a:lnSpc>
                          <a:spcPct val="110000"/>
                        </a:lnSpc>
                        <a:spcBef>
                          <a:spcPts val="0"/>
                        </a:spcBef>
                        <a:spcAft>
                          <a:spcPts val="0"/>
                        </a:spcAft>
                        <a:buClr>
                          <a:srgbClr val="1D2733"/>
                        </a:buClr>
                        <a:buSzPts val="1530"/>
                        <a:buFont typeface="Arial"/>
                        <a:buChar char="•"/>
                      </a:pPr>
                      <a:r>
                        <a:rPr b="0" i="0" lang="en-US" sz="1800" u="none" cap="none" strike="noStrike">
                          <a:solidFill>
                            <a:srgbClr val="1D2733"/>
                          </a:solidFill>
                          <a:latin typeface="Arial"/>
                          <a:ea typeface="Arial"/>
                          <a:cs typeface="Arial"/>
                          <a:sym typeface="Arial"/>
                        </a:rPr>
                        <a:t>exam from examination</a:t>
                      </a:r>
                      <a:endParaRPr/>
                    </a:p>
                    <a:p>
                      <a:pPr indent="-342899" lvl="1" marL="617220" marR="0" rtl="0" algn="l">
                        <a:lnSpc>
                          <a:spcPct val="110000"/>
                        </a:lnSpc>
                        <a:spcBef>
                          <a:spcPts val="500"/>
                        </a:spcBef>
                        <a:spcAft>
                          <a:spcPts val="0"/>
                        </a:spcAft>
                        <a:buClr>
                          <a:srgbClr val="1D2733"/>
                        </a:buClr>
                        <a:buSzPts val="1530"/>
                        <a:buFont typeface="Arial"/>
                        <a:buChar char="•"/>
                      </a:pPr>
                      <a:r>
                        <a:rPr b="0" i="0" lang="en-US" sz="1800" u="none" cap="none" strike="noStrike">
                          <a:solidFill>
                            <a:srgbClr val="1D2733"/>
                          </a:solidFill>
                          <a:latin typeface="Arial"/>
                          <a:ea typeface="Arial"/>
                          <a:cs typeface="Arial"/>
                          <a:sym typeface="Arial"/>
                        </a:rPr>
                        <a:t>math from mathematics</a:t>
                      </a:r>
                      <a:endParaRPr/>
                    </a:p>
                  </a:txBody>
                  <a:tcPr marT="45725" marB="45725" marR="91450" marL="91450"/>
                </a:tc>
                <a:tc>
                  <a:txBody>
                    <a:bodyPr/>
                    <a:lstStyle/>
                    <a:p>
                      <a:pPr indent="-342899" lvl="1" marL="617220" marR="0" rtl="0" algn="l">
                        <a:lnSpc>
                          <a:spcPct val="110000"/>
                        </a:lnSpc>
                        <a:spcBef>
                          <a:spcPts val="0"/>
                        </a:spcBef>
                        <a:spcAft>
                          <a:spcPts val="0"/>
                        </a:spcAft>
                        <a:buClr>
                          <a:srgbClr val="1D2733"/>
                        </a:buClr>
                        <a:buSzPts val="1530"/>
                        <a:buFont typeface="Arial"/>
                        <a:buChar char="•"/>
                      </a:pPr>
                      <a:r>
                        <a:rPr b="0" i="0" lang="en-US" sz="1800" u="none" cap="none" strike="noStrike">
                          <a:solidFill>
                            <a:srgbClr val="1D2733"/>
                          </a:solidFill>
                          <a:latin typeface="Arial"/>
                          <a:ea typeface="Arial"/>
                          <a:cs typeface="Arial"/>
                          <a:sym typeface="Arial"/>
                        </a:rPr>
                        <a:t>phone from telephone</a:t>
                      </a:r>
                      <a:endParaRPr/>
                    </a:p>
                    <a:p>
                      <a:pPr indent="-342899" lvl="1" marL="617220" marR="0" rtl="0" algn="l">
                        <a:lnSpc>
                          <a:spcPct val="110000"/>
                        </a:lnSpc>
                        <a:spcBef>
                          <a:spcPts val="500"/>
                        </a:spcBef>
                        <a:spcAft>
                          <a:spcPts val="0"/>
                        </a:spcAft>
                        <a:buClr>
                          <a:srgbClr val="1D2733"/>
                        </a:buClr>
                        <a:buSzPts val="1530"/>
                        <a:buFont typeface="Arial"/>
                        <a:buChar char="•"/>
                      </a:pPr>
                      <a:r>
                        <a:rPr b="0" i="0" lang="en-US" sz="1800" u="none" cap="none" strike="noStrike">
                          <a:solidFill>
                            <a:srgbClr val="1D2733"/>
                          </a:solidFill>
                          <a:latin typeface="Arial"/>
                          <a:ea typeface="Arial"/>
                          <a:cs typeface="Arial"/>
                          <a:sym typeface="Arial"/>
                        </a:rPr>
                        <a:t>ma'am from madam</a:t>
                      </a:r>
                      <a:endParaRPr/>
                    </a:p>
                  </a:txBody>
                  <a:tcPr marT="45725" marB="45725" marR="91450" marL="91450"/>
                </a:tc>
              </a:tr>
            </a:tbl>
          </a:graphicData>
        </a:graphic>
      </p:graphicFrame>
      <p:cxnSp>
        <p:nvCxnSpPr>
          <p:cNvPr id="124" name="Google Shape;124;p3"/>
          <p:cNvCxnSpPr/>
          <p:nvPr/>
        </p:nvCxnSpPr>
        <p:spPr>
          <a:xfrm>
            <a:off x="1848854" y="3098618"/>
            <a:ext cx="518695" cy="0"/>
          </a:xfrm>
          <a:prstGeom prst="straightConnector1">
            <a:avLst/>
          </a:prstGeom>
          <a:noFill/>
          <a:ln cap="flat" cmpd="sng" w="9525">
            <a:solidFill>
              <a:schemeClr val="accent1"/>
            </a:solidFill>
            <a:prstDash val="solid"/>
            <a:miter lim="800000"/>
            <a:headEnd len="sm" w="sm" type="none"/>
            <a:tailEnd len="med" w="med" type="triangle"/>
          </a:ln>
        </p:spPr>
      </p:cxn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 name="Shape 128"/>
        <p:cNvGrpSpPr/>
        <p:nvPr/>
      </p:nvGrpSpPr>
      <p:grpSpPr>
        <a:xfrm>
          <a:off x="0" y="0"/>
          <a:ext cx="0" cy="0"/>
          <a:chOff x="0" y="0"/>
          <a:chExt cx="0" cy="0"/>
        </a:xfrm>
      </p:grpSpPr>
      <p:sp>
        <p:nvSpPr>
          <p:cNvPr id="129" name="Google Shape;129;p4"/>
          <p:cNvSpPr txBox="1"/>
          <p:nvPr>
            <p:ph idx="1" type="body"/>
          </p:nvPr>
        </p:nvSpPr>
        <p:spPr>
          <a:xfrm>
            <a:off x="220580" y="352927"/>
            <a:ext cx="11794957" cy="6665494"/>
          </a:xfrm>
          <a:prstGeom prst="rect">
            <a:avLst/>
          </a:prstGeom>
          <a:noFill/>
          <a:ln>
            <a:noFill/>
          </a:ln>
        </p:spPr>
        <p:txBody>
          <a:bodyPr anchorCtr="0" anchor="t" bIns="45700" lIns="91425" spcFirstLastPara="1" rIns="91425" wrap="square" tIns="45700">
            <a:normAutofit/>
          </a:bodyPr>
          <a:lstStyle/>
          <a:p>
            <a:pPr indent="-342900" lvl="0" marL="342900" rtl="0" algn="l">
              <a:lnSpc>
                <a:spcPct val="110000"/>
              </a:lnSpc>
              <a:spcBef>
                <a:spcPts val="0"/>
              </a:spcBef>
              <a:spcAft>
                <a:spcPts val="0"/>
              </a:spcAft>
              <a:buClr>
                <a:schemeClr val="dk2"/>
              </a:buClr>
              <a:buSzPts val="2000"/>
              <a:buFont typeface="Arial"/>
              <a:buChar char="•"/>
            </a:pPr>
            <a:r>
              <a:rPr b="1" lang="en-US"/>
              <a:t>Acronyms</a:t>
            </a:r>
            <a:r>
              <a:rPr lang="en-US"/>
              <a:t>: abbreviation (used as a word) formed from the initial letter(s) of a set of words.</a:t>
            </a:r>
            <a:endParaRPr/>
          </a:p>
          <a:p>
            <a:pPr indent="0" lvl="0" marL="0" rtl="0" algn="l">
              <a:lnSpc>
                <a:spcPct val="110000"/>
              </a:lnSpc>
              <a:spcBef>
                <a:spcPts val="1000"/>
              </a:spcBef>
              <a:spcAft>
                <a:spcPts val="0"/>
              </a:spcAft>
              <a:buClr>
                <a:schemeClr val="dk2"/>
              </a:buClr>
              <a:buSzPts val="2000"/>
              <a:buFont typeface="Arial"/>
              <a:buNone/>
            </a:pPr>
            <a:r>
              <a:t/>
            </a:r>
            <a:endParaRPr/>
          </a:p>
          <a:p>
            <a:pPr indent="0" lvl="1" marL="274320" rtl="0" algn="l">
              <a:lnSpc>
                <a:spcPct val="110000"/>
              </a:lnSpc>
              <a:spcBef>
                <a:spcPts val="500"/>
              </a:spcBef>
              <a:spcAft>
                <a:spcPts val="0"/>
              </a:spcAft>
              <a:buClr>
                <a:schemeClr val="dk2"/>
              </a:buClr>
              <a:buSzPts val="1530"/>
              <a:buNone/>
            </a:pPr>
            <a:r>
              <a:t/>
            </a:r>
            <a:endParaRPr/>
          </a:p>
          <a:p>
            <a:pPr indent="0" lvl="1" marL="274320" rtl="0" algn="l">
              <a:lnSpc>
                <a:spcPct val="110000"/>
              </a:lnSpc>
              <a:spcBef>
                <a:spcPts val="500"/>
              </a:spcBef>
              <a:spcAft>
                <a:spcPts val="0"/>
              </a:spcAft>
              <a:buClr>
                <a:schemeClr val="dk2"/>
              </a:buClr>
              <a:buSzPts val="1530"/>
              <a:buNone/>
            </a:pPr>
            <a:r>
              <a:t/>
            </a:r>
            <a:endParaRPr/>
          </a:p>
          <a:p>
            <a:pPr indent="0" lvl="1" marL="274320" rtl="0" algn="l">
              <a:lnSpc>
                <a:spcPct val="110000"/>
              </a:lnSpc>
              <a:spcBef>
                <a:spcPts val="500"/>
              </a:spcBef>
              <a:spcAft>
                <a:spcPts val="0"/>
              </a:spcAft>
              <a:buClr>
                <a:schemeClr val="dk2"/>
              </a:buClr>
              <a:buSzPts val="1530"/>
              <a:buNone/>
            </a:pPr>
            <a:r>
              <a:t/>
            </a:r>
            <a:endParaRPr/>
          </a:p>
          <a:p>
            <a:pPr indent="-342900" lvl="0" marL="342900" rtl="0" algn="l">
              <a:lnSpc>
                <a:spcPct val="110000"/>
              </a:lnSpc>
              <a:spcBef>
                <a:spcPts val="1000"/>
              </a:spcBef>
              <a:spcAft>
                <a:spcPts val="0"/>
              </a:spcAft>
              <a:buClr>
                <a:schemeClr val="dk2"/>
              </a:buClr>
              <a:buSzPts val="2000"/>
              <a:buFont typeface="Arial"/>
              <a:buChar char="•"/>
            </a:pPr>
            <a:r>
              <a:rPr b="1" lang="en-US"/>
              <a:t>Backformation: </a:t>
            </a:r>
            <a:r>
              <a:rPr lang="en-US"/>
              <a:t>Like clipping in that it reduces a word to a shorter form but different in that while in clipping the word’s meaning or class (part of speech it belongs to) does not change, it changes in backformation.</a:t>
            </a:r>
            <a:endParaRPr/>
          </a:p>
          <a:p>
            <a:pPr indent="0" lvl="1" marL="274320" rtl="0" algn="l">
              <a:lnSpc>
                <a:spcPct val="110000"/>
              </a:lnSpc>
              <a:spcBef>
                <a:spcPts val="500"/>
              </a:spcBef>
              <a:spcAft>
                <a:spcPts val="0"/>
              </a:spcAft>
              <a:buClr>
                <a:schemeClr val="dk2"/>
              </a:buClr>
              <a:buSzPts val="1530"/>
              <a:buNone/>
            </a:pPr>
            <a:r>
              <a:t/>
            </a:r>
            <a:endParaRPr/>
          </a:p>
          <a:p>
            <a:pPr indent="0" lvl="1" marL="274320" rtl="0" algn="l">
              <a:lnSpc>
                <a:spcPct val="110000"/>
              </a:lnSpc>
              <a:spcBef>
                <a:spcPts val="500"/>
              </a:spcBef>
              <a:spcAft>
                <a:spcPts val="0"/>
              </a:spcAft>
              <a:buClr>
                <a:schemeClr val="dk2"/>
              </a:buClr>
              <a:buSzPts val="1530"/>
              <a:buNone/>
            </a:pPr>
            <a:r>
              <a:t/>
            </a:r>
            <a:endParaRPr/>
          </a:p>
          <a:p>
            <a:pPr indent="0" lvl="1" marL="274320" rtl="0" algn="l">
              <a:lnSpc>
                <a:spcPct val="110000"/>
              </a:lnSpc>
              <a:spcBef>
                <a:spcPts val="500"/>
              </a:spcBef>
              <a:spcAft>
                <a:spcPts val="0"/>
              </a:spcAft>
              <a:buClr>
                <a:schemeClr val="dk2"/>
              </a:buClr>
              <a:buSzPts val="1530"/>
              <a:buNone/>
            </a:pPr>
            <a:r>
              <a:t/>
            </a:r>
            <a:endParaRPr/>
          </a:p>
          <a:p>
            <a:pPr indent="0" lvl="1" marL="274320" rtl="0" algn="l">
              <a:lnSpc>
                <a:spcPct val="110000"/>
              </a:lnSpc>
              <a:spcBef>
                <a:spcPts val="500"/>
              </a:spcBef>
              <a:spcAft>
                <a:spcPts val="0"/>
              </a:spcAft>
              <a:buClr>
                <a:schemeClr val="dk2"/>
              </a:buClr>
              <a:buSzPts val="1530"/>
              <a:buNone/>
            </a:pPr>
            <a:r>
              <a:t/>
            </a:r>
            <a:endParaRPr/>
          </a:p>
          <a:p>
            <a:pPr indent="-342900" lvl="0" marL="342900" rtl="0" algn="l">
              <a:lnSpc>
                <a:spcPct val="110000"/>
              </a:lnSpc>
              <a:spcBef>
                <a:spcPts val="1000"/>
              </a:spcBef>
              <a:spcAft>
                <a:spcPts val="0"/>
              </a:spcAft>
              <a:buClr>
                <a:schemeClr val="dk2"/>
              </a:buClr>
              <a:buSzPts val="2000"/>
              <a:buFont typeface="Arial"/>
              <a:buChar char="•"/>
            </a:pPr>
            <a:r>
              <a:rPr b="1" lang="en-US"/>
              <a:t>Derivation: </a:t>
            </a:r>
            <a:r>
              <a:rPr lang="en-US"/>
              <a:t>New words formed by adding affixes (prefix and suffix).</a:t>
            </a:r>
            <a:endParaRPr/>
          </a:p>
        </p:txBody>
      </p:sp>
      <p:graphicFrame>
        <p:nvGraphicFramePr>
          <p:cNvPr id="130" name="Google Shape;130;p4"/>
          <p:cNvGraphicFramePr/>
          <p:nvPr/>
        </p:nvGraphicFramePr>
        <p:xfrm>
          <a:off x="2021307" y="787625"/>
          <a:ext cx="3000000" cy="3000000"/>
        </p:xfrm>
        <a:graphic>
          <a:graphicData uri="http://schemas.openxmlformats.org/drawingml/2006/table">
            <a:tbl>
              <a:tblPr bandRow="1">
                <a:noFill/>
                <a:tableStyleId>{4E657191-9533-4C51-992F-CF23418656C9}</a:tableStyleId>
              </a:tblPr>
              <a:tblGrid>
                <a:gridCol w="9737550"/>
              </a:tblGrid>
              <a:tr h="370850">
                <a:tc>
                  <a:txBody>
                    <a:bodyPr/>
                    <a:lstStyle/>
                    <a:p>
                      <a:pPr indent="-342899" lvl="1" marL="617220" marR="0" rtl="0" algn="l">
                        <a:lnSpc>
                          <a:spcPct val="110000"/>
                        </a:lnSpc>
                        <a:spcBef>
                          <a:spcPts val="0"/>
                        </a:spcBef>
                        <a:spcAft>
                          <a:spcPts val="0"/>
                        </a:spcAft>
                        <a:buClr>
                          <a:srgbClr val="1D2733"/>
                        </a:buClr>
                        <a:buSzPts val="1530"/>
                        <a:buFont typeface="Arial"/>
                        <a:buChar char="•"/>
                      </a:pPr>
                      <a:r>
                        <a:rPr b="0" i="0" lang="en-US" sz="1800" u="none" cap="none" strike="noStrike">
                          <a:solidFill>
                            <a:srgbClr val="1D2733"/>
                          </a:solidFill>
                          <a:latin typeface="Arial"/>
                          <a:ea typeface="Arial"/>
                          <a:cs typeface="Arial"/>
                          <a:sym typeface="Arial"/>
                        </a:rPr>
                        <a:t>UNESCO from United Nations Educational, Scientific and Cultural Organization.</a:t>
                      </a:r>
                      <a:endParaRPr/>
                    </a:p>
                    <a:p>
                      <a:pPr indent="-342899" lvl="1" marL="617220" marR="0" rtl="0" algn="l">
                        <a:lnSpc>
                          <a:spcPct val="110000"/>
                        </a:lnSpc>
                        <a:spcBef>
                          <a:spcPts val="500"/>
                        </a:spcBef>
                        <a:spcAft>
                          <a:spcPts val="0"/>
                        </a:spcAft>
                        <a:buClr>
                          <a:srgbClr val="1D2733"/>
                        </a:buClr>
                        <a:buSzPts val="1530"/>
                        <a:buFont typeface="Arial"/>
                        <a:buChar char="•"/>
                      </a:pPr>
                      <a:r>
                        <a:rPr b="0" i="0" lang="en-US" sz="1800" u="none" cap="none" strike="noStrike">
                          <a:solidFill>
                            <a:srgbClr val="1D2733"/>
                          </a:solidFill>
                          <a:latin typeface="Arial"/>
                          <a:ea typeface="Arial"/>
                          <a:cs typeface="Arial"/>
                          <a:sym typeface="Arial"/>
                        </a:rPr>
                        <a:t>Radar from Radio detecting and ranging</a:t>
                      </a:r>
                      <a:endParaRPr/>
                    </a:p>
                    <a:p>
                      <a:pPr indent="-342899" lvl="1" marL="617220" marR="0" rtl="0" algn="l">
                        <a:lnSpc>
                          <a:spcPct val="110000"/>
                        </a:lnSpc>
                        <a:spcBef>
                          <a:spcPts val="500"/>
                        </a:spcBef>
                        <a:spcAft>
                          <a:spcPts val="0"/>
                        </a:spcAft>
                        <a:buClr>
                          <a:srgbClr val="1D2733"/>
                        </a:buClr>
                        <a:buSzPts val="1530"/>
                        <a:buFont typeface="Arial"/>
                        <a:buChar char="•"/>
                      </a:pPr>
                      <a:r>
                        <a:rPr b="0" i="0" lang="en-US" sz="1800" u="none" cap="none" strike="noStrike">
                          <a:solidFill>
                            <a:srgbClr val="1D2733"/>
                          </a:solidFill>
                          <a:latin typeface="Arial"/>
                          <a:ea typeface="Arial"/>
                          <a:cs typeface="Arial"/>
                          <a:sym typeface="Arial"/>
                        </a:rPr>
                        <a:t>OTP from One-time password</a:t>
                      </a:r>
                      <a:endParaRPr/>
                    </a:p>
                    <a:p>
                      <a:pPr indent="-342899" lvl="1" marL="617220" marR="0" rtl="0" algn="l">
                        <a:lnSpc>
                          <a:spcPct val="110000"/>
                        </a:lnSpc>
                        <a:spcBef>
                          <a:spcPts val="500"/>
                        </a:spcBef>
                        <a:spcAft>
                          <a:spcPts val="0"/>
                        </a:spcAft>
                        <a:buClr>
                          <a:srgbClr val="1D2733"/>
                        </a:buClr>
                        <a:buSzPts val="1530"/>
                        <a:buFont typeface="Arial"/>
                        <a:buChar char="•"/>
                      </a:pPr>
                      <a:r>
                        <a:rPr b="0" i="0" lang="en-US" sz="1800" u="none" cap="none" strike="noStrike">
                          <a:solidFill>
                            <a:srgbClr val="1D2733"/>
                          </a:solidFill>
                          <a:latin typeface="Arial"/>
                          <a:ea typeface="Arial"/>
                          <a:cs typeface="Arial"/>
                          <a:sym typeface="Arial"/>
                        </a:rPr>
                        <a:t>ATM from Automatic teller machine</a:t>
                      </a:r>
                      <a:endParaRPr/>
                    </a:p>
                  </a:txBody>
                  <a:tcPr marT="45725" marB="45725" marR="91450" marL="91450"/>
                </a:tc>
              </a:tr>
            </a:tbl>
          </a:graphicData>
        </a:graphic>
      </p:graphicFrame>
      <p:sp>
        <p:nvSpPr>
          <p:cNvPr id="131" name="Google Shape;131;p4"/>
          <p:cNvSpPr txBox="1"/>
          <p:nvPr/>
        </p:nvSpPr>
        <p:spPr>
          <a:xfrm>
            <a:off x="433135" y="802357"/>
            <a:ext cx="1037390" cy="369332"/>
          </a:xfrm>
          <a:prstGeom prst="rect">
            <a:avLst/>
          </a:prstGeom>
          <a:solidFill>
            <a:srgbClr val="E3ABCF"/>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Arial"/>
                <a:ea typeface="Arial"/>
                <a:cs typeface="Arial"/>
                <a:sym typeface="Arial"/>
              </a:rPr>
              <a:t>Example</a:t>
            </a:r>
            <a:endParaRPr/>
          </a:p>
        </p:txBody>
      </p:sp>
      <p:cxnSp>
        <p:nvCxnSpPr>
          <p:cNvPr id="132" name="Google Shape;132;p4"/>
          <p:cNvCxnSpPr>
            <a:stCxn id="131" idx="3"/>
          </p:cNvCxnSpPr>
          <p:nvPr/>
        </p:nvCxnSpPr>
        <p:spPr>
          <a:xfrm>
            <a:off x="1470525" y="987023"/>
            <a:ext cx="518700" cy="0"/>
          </a:xfrm>
          <a:prstGeom prst="straightConnector1">
            <a:avLst/>
          </a:prstGeom>
          <a:noFill/>
          <a:ln cap="flat" cmpd="sng" w="9525">
            <a:solidFill>
              <a:schemeClr val="accent1"/>
            </a:solidFill>
            <a:prstDash val="solid"/>
            <a:miter lim="800000"/>
            <a:headEnd len="sm" w="sm" type="none"/>
            <a:tailEnd len="med" w="med" type="triangle"/>
          </a:ln>
        </p:spPr>
      </p:cxnSp>
      <p:graphicFrame>
        <p:nvGraphicFramePr>
          <p:cNvPr id="133" name="Google Shape;133;p4"/>
          <p:cNvGraphicFramePr/>
          <p:nvPr/>
        </p:nvGraphicFramePr>
        <p:xfrm>
          <a:off x="2026653" y="5034984"/>
          <a:ext cx="3000000" cy="3000000"/>
        </p:xfrm>
        <a:graphic>
          <a:graphicData uri="http://schemas.openxmlformats.org/drawingml/2006/table">
            <a:tbl>
              <a:tblPr bandRow="1">
                <a:noFill/>
                <a:tableStyleId>{4E657191-9533-4C51-992F-CF23418656C9}</a:tableStyleId>
              </a:tblPr>
              <a:tblGrid>
                <a:gridCol w="3256625"/>
                <a:gridCol w="6111975"/>
              </a:tblGrid>
              <a:tr h="228600">
                <a:tc>
                  <a:txBody>
                    <a:bodyPr/>
                    <a:lstStyle/>
                    <a:p>
                      <a:pPr indent="0" lvl="1" marL="274320" marR="0" rtl="0" algn="l">
                        <a:lnSpc>
                          <a:spcPct val="110000"/>
                        </a:lnSpc>
                        <a:spcBef>
                          <a:spcPts val="0"/>
                        </a:spcBef>
                        <a:spcAft>
                          <a:spcPts val="0"/>
                        </a:spcAft>
                        <a:buClr>
                          <a:srgbClr val="1D2733"/>
                        </a:buClr>
                        <a:buSzPts val="1530"/>
                        <a:buFont typeface="Arial"/>
                        <a:buNone/>
                      </a:pPr>
                      <a:r>
                        <a:rPr b="0" i="0" lang="en-US" sz="1800" u="none" cap="none" strike="noStrike">
                          <a:solidFill>
                            <a:srgbClr val="1D2733"/>
                          </a:solidFill>
                          <a:latin typeface="Arial"/>
                          <a:ea typeface="Arial"/>
                          <a:cs typeface="Arial"/>
                          <a:sym typeface="Arial"/>
                        </a:rPr>
                        <a:t>Prefix</a:t>
                      </a:r>
                      <a:endParaRPr/>
                    </a:p>
                    <a:p>
                      <a:pPr indent="0" lvl="1" marL="274320" marR="0" rtl="0" algn="l">
                        <a:lnSpc>
                          <a:spcPct val="110000"/>
                        </a:lnSpc>
                        <a:spcBef>
                          <a:spcPts val="500"/>
                        </a:spcBef>
                        <a:spcAft>
                          <a:spcPts val="0"/>
                        </a:spcAft>
                        <a:buClr>
                          <a:srgbClr val="1D2733"/>
                        </a:buClr>
                        <a:buSzPts val="1530"/>
                        <a:buFont typeface="Arial"/>
                        <a:buNone/>
                      </a:pPr>
                      <a:r>
                        <a:rPr b="0" i="0" lang="en-US" sz="1800" u="none" cap="none" strike="noStrike">
                          <a:solidFill>
                            <a:srgbClr val="1D2733"/>
                          </a:solidFill>
                          <a:latin typeface="Arial"/>
                          <a:ea typeface="Arial"/>
                          <a:cs typeface="Arial"/>
                          <a:sym typeface="Arial"/>
                        </a:rPr>
                        <a:t>-a(not): Atheist</a:t>
                      </a:r>
                      <a:endParaRPr/>
                    </a:p>
                    <a:p>
                      <a:pPr indent="0" lvl="1" marL="274320" marR="0" rtl="0" algn="l">
                        <a:lnSpc>
                          <a:spcPct val="110000"/>
                        </a:lnSpc>
                        <a:spcBef>
                          <a:spcPts val="500"/>
                        </a:spcBef>
                        <a:spcAft>
                          <a:spcPts val="0"/>
                        </a:spcAft>
                        <a:buClr>
                          <a:srgbClr val="1D2733"/>
                        </a:buClr>
                        <a:buSzPts val="1530"/>
                        <a:buFont typeface="Arial"/>
                        <a:buNone/>
                      </a:pPr>
                      <a:r>
                        <a:rPr b="0" i="0" lang="en-US" sz="1800" u="none" cap="none" strike="noStrike">
                          <a:solidFill>
                            <a:srgbClr val="1D2733"/>
                          </a:solidFill>
                          <a:latin typeface="Arial"/>
                          <a:ea typeface="Arial"/>
                          <a:cs typeface="Arial"/>
                          <a:sym typeface="Arial"/>
                        </a:rPr>
                        <a:t>-ant (against): Antibiotic </a:t>
                      </a:r>
                      <a:endParaRPr/>
                    </a:p>
                    <a:p>
                      <a:pPr indent="0" lvl="1" marL="274320" marR="0" rtl="0" algn="l">
                        <a:lnSpc>
                          <a:spcPct val="110000"/>
                        </a:lnSpc>
                        <a:spcBef>
                          <a:spcPts val="500"/>
                        </a:spcBef>
                        <a:spcAft>
                          <a:spcPts val="0"/>
                        </a:spcAft>
                        <a:buClr>
                          <a:srgbClr val="1D2733"/>
                        </a:buClr>
                        <a:buSzPts val="1530"/>
                        <a:buFont typeface="Arial"/>
                        <a:buNone/>
                      </a:pPr>
                      <a:r>
                        <a:rPr b="0" i="0" lang="en-US" sz="1800" u="none" cap="none" strike="noStrike">
                          <a:solidFill>
                            <a:srgbClr val="1D2733"/>
                          </a:solidFill>
                          <a:latin typeface="Arial"/>
                          <a:ea typeface="Arial"/>
                          <a:cs typeface="Arial"/>
                          <a:sym typeface="Arial"/>
                        </a:rPr>
                        <a:t>-mono (single): Monologue </a:t>
                      </a:r>
                      <a:endParaRPr/>
                    </a:p>
                  </a:txBody>
                  <a:tcPr marT="45725" marB="45725" marR="91450" marL="91450"/>
                </a:tc>
                <a:tc>
                  <a:txBody>
                    <a:bodyPr/>
                    <a:lstStyle/>
                    <a:p>
                      <a:pPr indent="0" lvl="1" marL="274320" marR="0" rtl="0" algn="l">
                        <a:lnSpc>
                          <a:spcPct val="110000"/>
                        </a:lnSpc>
                        <a:spcBef>
                          <a:spcPts val="0"/>
                        </a:spcBef>
                        <a:spcAft>
                          <a:spcPts val="0"/>
                        </a:spcAft>
                        <a:buClr>
                          <a:srgbClr val="1D2733"/>
                        </a:buClr>
                        <a:buSzPts val="1530"/>
                        <a:buFont typeface="Arial"/>
                        <a:buNone/>
                      </a:pPr>
                      <a:r>
                        <a:rPr b="0" i="0" lang="en-US" sz="1800" u="none" cap="none" strike="noStrike">
                          <a:solidFill>
                            <a:srgbClr val="1D2733"/>
                          </a:solidFill>
                          <a:latin typeface="Arial"/>
                          <a:ea typeface="Arial"/>
                          <a:cs typeface="Arial"/>
                          <a:sym typeface="Arial"/>
                        </a:rPr>
                        <a:t>Suffix</a:t>
                      </a:r>
                      <a:endParaRPr/>
                    </a:p>
                    <a:p>
                      <a:pPr indent="0" lvl="1" marL="274320" marR="0" rtl="0" algn="l">
                        <a:lnSpc>
                          <a:spcPct val="110000"/>
                        </a:lnSpc>
                        <a:spcBef>
                          <a:spcPts val="500"/>
                        </a:spcBef>
                        <a:spcAft>
                          <a:spcPts val="0"/>
                        </a:spcAft>
                        <a:buClr>
                          <a:srgbClr val="1D2733"/>
                        </a:buClr>
                        <a:buSzPts val="1530"/>
                        <a:buFont typeface="Arial"/>
                        <a:buNone/>
                      </a:pPr>
                      <a:r>
                        <a:rPr b="0" i="0" lang="en-US" sz="1800" u="none" cap="none" strike="noStrike">
                          <a:solidFill>
                            <a:srgbClr val="1D2733"/>
                          </a:solidFill>
                          <a:latin typeface="Arial"/>
                          <a:ea typeface="Arial"/>
                          <a:cs typeface="Arial"/>
                          <a:sym typeface="Arial"/>
                        </a:rPr>
                        <a:t>-dict (to say): contradict</a:t>
                      </a:r>
                      <a:endParaRPr/>
                    </a:p>
                    <a:p>
                      <a:pPr indent="0" lvl="1" marL="274320" marR="0" rtl="0" algn="l">
                        <a:lnSpc>
                          <a:spcPct val="110000"/>
                        </a:lnSpc>
                        <a:spcBef>
                          <a:spcPts val="500"/>
                        </a:spcBef>
                        <a:spcAft>
                          <a:spcPts val="0"/>
                        </a:spcAft>
                        <a:buClr>
                          <a:srgbClr val="1D2733"/>
                        </a:buClr>
                        <a:buSzPts val="1530"/>
                        <a:buFont typeface="Arial"/>
                        <a:buNone/>
                      </a:pPr>
                      <a:r>
                        <a:rPr b="0" i="0" lang="en-US" sz="1800" u="none" cap="none" strike="noStrike">
                          <a:solidFill>
                            <a:srgbClr val="1D2733"/>
                          </a:solidFill>
                          <a:latin typeface="Arial"/>
                          <a:ea typeface="Arial"/>
                          <a:cs typeface="Arial"/>
                          <a:sym typeface="Arial"/>
                        </a:rPr>
                        <a:t>-port (to carry): airport, transport</a:t>
                      </a:r>
                      <a:endParaRPr/>
                    </a:p>
                    <a:p>
                      <a:pPr indent="0" lvl="1" marL="274320" marR="0" rtl="0" algn="l">
                        <a:lnSpc>
                          <a:spcPct val="110000"/>
                        </a:lnSpc>
                        <a:spcBef>
                          <a:spcPts val="500"/>
                        </a:spcBef>
                        <a:spcAft>
                          <a:spcPts val="0"/>
                        </a:spcAft>
                        <a:buClr>
                          <a:srgbClr val="1D2733"/>
                        </a:buClr>
                        <a:buSzPts val="1530"/>
                        <a:buFont typeface="Arial"/>
                        <a:buNone/>
                      </a:pPr>
                      <a:r>
                        <a:rPr b="0" i="0" lang="en-US" sz="1800" u="none" cap="none" strike="noStrike">
                          <a:solidFill>
                            <a:srgbClr val="1D2733"/>
                          </a:solidFill>
                          <a:latin typeface="Arial"/>
                          <a:ea typeface="Arial"/>
                          <a:cs typeface="Arial"/>
                          <a:sym typeface="Arial"/>
                        </a:rPr>
                        <a:t>-ment (the result of an action): punishment, entertainment</a:t>
                      </a:r>
                      <a:endParaRPr/>
                    </a:p>
                  </a:txBody>
                  <a:tcPr marT="45725" marB="45725" marR="91450" marL="91450"/>
                </a:tc>
              </a:tr>
            </a:tbl>
          </a:graphicData>
        </a:graphic>
      </p:graphicFrame>
      <p:graphicFrame>
        <p:nvGraphicFramePr>
          <p:cNvPr id="134" name="Google Shape;134;p4"/>
          <p:cNvGraphicFramePr/>
          <p:nvPr/>
        </p:nvGraphicFramePr>
        <p:xfrm>
          <a:off x="2021307" y="3366916"/>
          <a:ext cx="3000000" cy="3000000"/>
        </p:xfrm>
        <a:graphic>
          <a:graphicData uri="http://schemas.openxmlformats.org/drawingml/2006/table">
            <a:tbl>
              <a:tblPr bandRow="1">
                <a:noFill/>
                <a:tableStyleId>{4E657191-9533-4C51-992F-CF23418656C9}</a:tableStyleId>
              </a:tblPr>
              <a:tblGrid>
                <a:gridCol w="6410150"/>
              </a:tblGrid>
              <a:tr h="370850">
                <a:tc>
                  <a:txBody>
                    <a:bodyPr/>
                    <a:lstStyle/>
                    <a:p>
                      <a:pPr indent="-342899" lvl="1" marL="617220" marR="0" rtl="0" algn="l">
                        <a:spcBef>
                          <a:spcPts val="0"/>
                        </a:spcBef>
                        <a:spcAft>
                          <a:spcPts val="0"/>
                        </a:spcAft>
                        <a:buClr>
                          <a:schemeClr val="dk1"/>
                        </a:buClr>
                        <a:buSzPts val="1800"/>
                        <a:buFont typeface="Noto Sans Symbols"/>
                        <a:buChar char="▪"/>
                      </a:pPr>
                      <a:r>
                        <a:rPr lang="en-US" sz="1800" u="none" cap="none" strike="noStrike"/>
                        <a:t>donate(verb) from donation(noun)</a:t>
                      </a:r>
                      <a:endParaRPr/>
                    </a:p>
                    <a:p>
                      <a:pPr indent="-342899" lvl="1" marL="617220" marR="0" rtl="0" algn="l">
                        <a:spcBef>
                          <a:spcPts val="0"/>
                        </a:spcBef>
                        <a:spcAft>
                          <a:spcPts val="0"/>
                        </a:spcAft>
                        <a:buClr>
                          <a:schemeClr val="dk1"/>
                        </a:buClr>
                        <a:buSzPts val="1800"/>
                        <a:buFont typeface="Noto Sans Symbols"/>
                        <a:buChar char="▪"/>
                      </a:pPr>
                      <a:r>
                        <a:rPr lang="en-US" sz="1800" u="none" cap="none" strike="noStrike"/>
                        <a:t>babysit(verb) from babysitter(noun)</a:t>
                      </a:r>
                      <a:endParaRPr/>
                    </a:p>
                    <a:p>
                      <a:pPr indent="-342899" lvl="1" marL="617220" marR="0" rtl="0" algn="l">
                        <a:spcBef>
                          <a:spcPts val="0"/>
                        </a:spcBef>
                        <a:spcAft>
                          <a:spcPts val="0"/>
                        </a:spcAft>
                        <a:buClr>
                          <a:schemeClr val="dk1"/>
                        </a:buClr>
                        <a:buSzPts val="1800"/>
                        <a:buFont typeface="Noto Sans Symbols"/>
                        <a:buChar char="▪"/>
                      </a:pPr>
                      <a:r>
                        <a:rPr lang="en-US" sz="1800" u="none" cap="none" strike="noStrike"/>
                        <a:t>choreograph (verb) from choreography(noun)</a:t>
                      </a:r>
                      <a:endParaRPr sz="1800" u="none" cap="none" strike="noStrike"/>
                    </a:p>
                  </a:txBody>
                  <a:tcPr marT="45725" marB="45725" marR="91450" marL="91450"/>
                </a:tc>
              </a:tr>
            </a:tbl>
          </a:graphicData>
        </a:graphic>
      </p:graphicFrame>
      <p:sp>
        <p:nvSpPr>
          <p:cNvPr id="135" name="Google Shape;135;p4"/>
          <p:cNvSpPr txBox="1"/>
          <p:nvPr/>
        </p:nvSpPr>
        <p:spPr>
          <a:xfrm>
            <a:off x="433135" y="3358965"/>
            <a:ext cx="1037390" cy="369332"/>
          </a:xfrm>
          <a:prstGeom prst="rect">
            <a:avLst/>
          </a:prstGeom>
          <a:solidFill>
            <a:srgbClr val="E3ABCF"/>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Arial"/>
                <a:ea typeface="Arial"/>
                <a:cs typeface="Arial"/>
                <a:sym typeface="Arial"/>
              </a:rPr>
              <a:t>Example</a:t>
            </a:r>
            <a:endParaRPr/>
          </a:p>
        </p:txBody>
      </p:sp>
      <p:cxnSp>
        <p:nvCxnSpPr>
          <p:cNvPr id="136" name="Google Shape;136;p4"/>
          <p:cNvCxnSpPr/>
          <p:nvPr/>
        </p:nvCxnSpPr>
        <p:spPr>
          <a:xfrm>
            <a:off x="1470525" y="3511462"/>
            <a:ext cx="488951" cy="0"/>
          </a:xfrm>
          <a:prstGeom prst="straightConnector1">
            <a:avLst/>
          </a:prstGeom>
          <a:noFill/>
          <a:ln cap="flat" cmpd="sng" w="9525">
            <a:solidFill>
              <a:schemeClr val="accent1"/>
            </a:solidFill>
            <a:prstDash val="solid"/>
            <a:miter lim="800000"/>
            <a:headEnd len="sm" w="sm" type="none"/>
            <a:tailEnd len="med" w="med" type="triangle"/>
          </a:ln>
        </p:spPr>
      </p:cxnSp>
      <p:sp>
        <p:nvSpPr>
          <p:cNvPr id="137" name="Google Shape;137;p4"/>
          <p:cNvSpPr txBox="1"/>
          <p:nvPr/>
        </p:nvSpPr>
        <p:spPr>
          <a:xfrm>
            <a:off x="433135" y="5171043"/>
            <a:ext cx="1037390" cy="369332"/>
          </a:xfrm>
          <a:prstGeom prst="rect">
            <a:avLst/>
          </a:prstGeom>
          <a:solidFill>
            <a:srgbClr val="E3ABCF"/>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Arial"/>
                <a:ea typeface="Arial"/>
                <a:cs typeface="Arial"/>
                <a:sym typeface="Arial"/>
              </a:rPr>
              <a:t>Example</a:t>
            </a:r>
            <a:endParaRPr/>
          </a:p>
        </p:txBody>
      </p:sp>
      <p:cxnSp>
        <p:nvCxnSpPr>
          <p:cNvPr id="138" name="Google Shape;138;p4"/>
          <p:cNvCxnSpPr>
            <a:stCxn id="137" idx="3"/>
          </p:cNvCxnSpPr>
          <p:nvPr/>
        </p:nvCxnSpPr>
        <p:spPr>
          <a:xfrm>
            <a:off x="1470525" y="5355709"/>
            <a:ext cx="518700" cy="0"/>
          </a:xfrm>
          <a:prstGeom prst="straightConnector1">
            <a:avLst/>
          </a:prstGeom>
          <a:noFill/>
          <a:ln cap="flat" cmpd="sng" w="9525">
            <a:solidFill>
              <a:schemeClr val="accent1"/>
            </a:solidFill>
            <a:prstDash val="solid"/>
            <a:miter lim="800000"/>
            <a:headEnd len="sm" w="sm" type="none"/>
            <a:tailEnd len="med" w="med" type="triangle"/>
          </a:ln>
        </p:spPr>
      </p:cxn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 name="Shape 142"/>
        <p:cNvGrpSpPr/>
        <p:nvPr/>
      </p:nvGrpSpPr>
      <p:grpSpPr>
        <a:xfrm>
          <a:off x="0" y="0"/>
          <a:ext cx="0" cy="0"/>
          <a:chOff x="0" y="0"/>
          <a:chExt cx="0" cy="0"/>
        </a:xfrm>
      </p:grpSpPr>
      <p:sp>
        <p:nvSpPr>
          <p:cNvPr id="143" name="Google Shape;143;p5"/>
          <p:cNvSpPr txBox="1"/>
          <p:nvPr>
            <p:ph idx="1" type="body"/>
          </p:nvPr>
        </p:nvSpPr>
        <p:spPr>
          <a:xfrm>
            <a:off x="220580" y="352927"/>
            <a:ext cx="11794957" cy="6665494"/>
          </a:xfrm>
          <a:prstGeom prst="rect">
            <a:avLst/>
          </a:prstGeom>
          <a:noFill/>
          <a:ln>
            <a:noFill/>
          </a:ln>
        </p:spPr>
        <p:txBody>
          <a:bodyPr anchorCtr="0" anchor="t" bIns="45700" lIns="91425" spcFirstLastPara="1" rIns="91425" wrap="square" tIns="45700">
            <a:normAutofit/>
          </a:bodyPr>
          <a:lstStyle/>
          <a:p>
            <a:pPr indent="-342900" lvl="0" marL="342900" rtl="0" algn="l">
              <a:lnSpc>
                <a:spcPct val="110000"/>
              </a:lnSpc>
              <a:spcBef>
                <a:spcPts val="0"/>
              </a:spcBef>
              <a:spcAft>
                <a:spcPts val="0"/>
              </a:spcAft>
              <a:buClr>
                <a:schemeClr val="dk2"/>
              </a:buClr>
              <a:buSzPts val="2000"/>
              <a:buFont typeface="Arial"/>
              <a:buChar char="•"/>
            </a:pPr>
            <a:r>
              <a:rPr b="1" lang="en-US"/>
              <a:t>Conversion (zero derivation</a:t>
            </a:r>
            <a:r>
              <a:rPr lang="en-US"/>
              <a:t>): word formed through changes its part of speech without any change in form.</a:t>
            </a:r>
            <a:endParaRPr/>
          </a:p>
          <a:p>
            <a:pPr indent="0" lvl="0" marL="0" rtl="0" algn="l">
              <a:lnSpc>
                <a:spcPct val="110000"/>
              </a:lnSpc>
              <a:spcBef>
                <a:spcPts val="1000"/>
              </a:spcBef>
              <a:spcAft>
                <a:spcPts val="0"/>
              </a:spcAft>
              <a:buClr>
                <a:schemeClr val="dk2"/>
              </a:buClr>
              <a:buSzPts val="2000"/>
              <a:buFont typeface="Arial"/>
              <a:buNone/>
            </a:pPr>
            <a:r>
              <a:t/>
            </a:r>
            <a:endParaRPr/>
          </a:p>
          <a:p>
            <a:pPr indent="0" lvl="1" marL="274320" rtl="0" algn="l">
              <a:lnSpc>
                <a:spcPct val="110000"/>
              </a:lnSpc>
              <a:spcBef>
                <a:spcPts val="500"/>
              </a:spcBef>
              <a:spcAft>
                <a:spcPts val="0"/>
              </a:spcAft>
              <a:buClr>
                <a:schemeClr val="dk2"/>
              </a:buClr>
              <a:buSzPts val="1530"/>
              <a:buNone/>
            </a:pPr>
            <a:r>
              <a:t/>
            </a:r>
            <a:endParaRPr/>
          </a:p>
          <a:p>
            <a:pPr indent="0" lvl="1" marL="274320" rtl="0" algn="l">
              <a:lnSpc>
                <a:spcPct val="110000"/>
              </a:lnSpc>
              <a:spcBef>
                <a:spcPts val="500"/>
              </a:spcBef>
              <a:spcAft>
                <a:spcPts val="0"/>
              </a:spcAft>
              <a:buClr>
                <a:schemeClr val="dk2"/>
              </a:buClr>
              <a:buSzPts val="1530"/>
              <a:buNone/>
            </a:pPr>
            <a:r>
              <a:t/>
            </a:r>
            <a:endParaRPr/>
          </a:p>
          <a:p>
            <a:pPr indent="0" lvl="1" marL="274320" rtl="0" algn="l">
              <a:lnSpc>
                <a:spcPct val="110000"/>
              </a:lnSpc>
              <a:spcBef>
                <a:spcPts val="500"/>
              </a:spcBef>
              <a:spcAft>
                <a:spcPts val="0"/>
              </a:spcAft>
              <a:buClr>
                <a:schemeClr val="dk2"/>
              </a:buClr>
              <a:buSzPts val="1530"/>
              <a:buNone/>
            </a:pPr>
            <a:r>
              <a:t/>
            </a:r>
            <a:endParaRPr/>
          </a:p>
          <a:p>
            <a:pPr indent="0" lvl="1" marL="274320" rtl="0" algn="l">
              <a:lnSpc>
                <a:spcPct val="110000"/>
              </a:lnSpc>
              <a:spcBef>
                <a:spcPts val="500"/>
              </a:spcBef>
              <a:spcAft>
                <a:spcPts val="0"/>
              </a:spcAft>
              <a:buClr>
                <a:schemeClr val="dk2"/>
              </a:buClr>
              <a:buSzPts val="1530"/>
              <a:buNone/>
            </a:pPr>
            <a:r>
              <a:t/>
            </a:r>
            <a:endParaRPr/>
          </a:p>
          <a:p>
            <a:pPr indent="0" lvl="1" marL="274320" rtl="0" algn="l">
              <a:lnSpc>
                <a:spcPct val="110000"/>
              </a:lnSpc>
              <a:spcBef>
                <a:spcPts val="500"/>
              </a:spcBef>
              <a:spcAft>
                <a:spcPts val="0"/>
              </a:spcAft>
              <a:buClr>
                <a:schemeClr val="dk2"/>
              </a:buClr>
              <a:buSzPts val="1530"/>
              <a:buNone/>
            </a:pPr>
            <a:r>
              <a:t/>
            </a:r>
            <a:endParaRPr/>
          </a:p>
          <a:p>
            <a:pPr indent="-342900" lvl="0" marL="342900" rtl="0" algn="l">
              <a:lnSpc>
                <a:spcPct val="110000"/>
              </a:lnSpc>
              <a:spcBef>
                <a:spcPts val="1000"/>
              </a:spcBef>
              <a:spcAft>
                <a:spcPts val="0"/>
              </a:spcAft>
              <a:buClr>
                <a:schemeClr val="dk2"/>
              </a:buClr>
              <a:buSzPts val="2000"/>
              <a:buFont typeface="Arial"/>
              <a:buChar char="•"/>
            </a:pPr>
            <a:r>
              <a:rPr b="1" lang="en-US"/>
              <a:t>Coinage: </a:t>
            </a:r>
            <a:r>
              <a:rPr lang="en-US"/>
              <a:t>Innovation of a new term that did not exist earlier.</a:t>
            </a:r>
            <a:endParaRPr/>
          </a:p>
          <a:p>
            <a:pPr indent="0" lvl="1" marL="274320" rtl="0" algn="l">
              <a:lnSpc>
                <a:spcPct val="110000"/>
              </a:lnSpc>
              <a:spcBef>
                <a:spcPts val="500"/>
              </a:spcBef>
              <a:spcAft>
                <a:spcPts val="0"/>
              </a:spcAft>
              <a:buClr>
                <a:schemeClr val="dk2"/>
              </a:buClr>
              <a:buSzPts val="1530"/>
              <a:buNone/>
            </a:pPr>
            <a:r>
              <a:t/>
            </a:r>
            <a:endParaRPr/>
          </a:p>
          <a:p>
            <a:pPr indent="0" lvl="1" marL="274320" rtl="0" algn="l">
              <a:lnSpc>
                <a:spcPct val="110000"/>
              </a:lnSpc>
              <a:spcBef>
                <a:spcPts val="500"/>
              </a:spcBef>
              <a:spcAft>
                <a:spcPts val="0"/>
              </a:spcAft>
              <a:buClr>
                <a:schemeClr val="dk2"/>
              </a:buClr>
              <a:buSzPts val="1530"/>
              <a:buNone/>
            </a:pPr>
            <a:r>
              <a:t/>
            </a:r>
            <a:endParaRPr/>
          </a:p>
          <a:p>
            <a:pPr indent="0" lvl="1" marL="274320" rtl="0" algn="l">
              <a:lnSpc>
                <a:spcPct val="110000"/>
              </a:lnSpc>
              <a:spcBef>
                <a:spcPts val="500"/>
              </a:spcBef>
              <a:spcAft>
                <a:spcPts val="0"/>
              </a:spcAft>
              <a:buClr>
                <a:schemeClr val="dk2"/>
              </a:buClr>
              <a:buSzPts val="1530"/>
              <a:buNone/>
            </a:pPr>
            <a:r>
              <a:t/>
            </a:r>
            <a:endParaRPr/>
          </a:p>
          <a:p>
            <a:pPr indent="0" lvl="1" marL="274320" rtl="0" algn="l">
              <a:lnSpc>
                <a:spcPct val="110000"/>
              </a:lnSpc>
              <a:spcBef>
                <a:spcPts val="500"/>
              </a:spcBef>
              <a:spcAft>
                <a:spcPts val="0"/>
              </a:spcAft>
              <a:buClr>
                <a:schemeClr val="dk2"/>
              </a:buClr>
              <a:buSzPts val="1530"/>
              <a:buNone/>
            </a:pPr>
            <a:r>
              <a:t/>
            </a:r>
            <a:endParaRPr/>
          </a:p>
        </p:txBody>
      </p:sp>
      <p:graphicFrame>
        <p:nvGraphicFramePr>
          <p:cNvPr id="144" name="Google Shape;144;p5"/>
          <p:cNvGraphicFramePr/>
          <p:nvPr/>
        </p:nvGraphicFramePr>
        <p:xfrm>
          <a:off x="2021307" y="1130988"/>
          <a:ext cx="3000000" cy="3000000"/>
        </p:xfrm>
        <a:graphic>
          <a:graphicData uri="http://schemas.openxmlformats.org/drawingml/2006/table">
            <a:tbl>
              <a:tblPr bandRow="1">
                <a:noFill/>
                <a:tableStyleId>{4E657191-9533-4C51-992F-CF23418656C9}</a:tableStyleId>
              </a:tblPr>
              <a:tblGrid>
                <a:gridCol w="9737550"/>
              </a:tblGrid>
              <a:tr h="370850">
                <a:tc>
                  <a:txBody>
                    <a:bodyPr/>
                    <a:lstStyle/>
                    <a:p>
                      <a:pPr indent="-342899" lvl="1" marL="617220" marR="0" rtl="0" algn="l">
                        <a:lnSpc>
                          <a:spcPct val="110000"/>
                        </a:lnSpc>
                        <a:spcBef>
                          <a:spcPts val="0"/>
                        </a:spcBef>
                        <a:spcAft>
                          <a:spcPts val="0"/>
                        </a:spcAft>
                        <a:buClr>
                          <a:srgbClr val="1D2733"/>
                        </a:buClr>
                        <a:buSzPts val="1530"/>
                        <a:buFont typeface="Arial"/>
                        <a:buChar char="•"/>
                      </a:pPr>
                      <a:r>
                        <a:rPr b="0" i="0" lang="en-US" sz="1800" u="none" cap="none" strike="noStrike">
                          <a:solidFill>
                            <a:srgbClr val="1D2733"/>
                          </a:solidFill>
                          <a:latin typeface="Arial"/>
                          <a:ea typeface="Arial"/>
                          <a:cs typeface="Arial"/>
                          <a:sym typeface="Arial"/>
                        </a:rPr>
                        <a:t>They host (verb) the party.</a:t>
                      </a:r>
                      <a:endParaRPr/>
                    </a:p>
                    <a:p>
                      <a:pPr indent="-342899" lvl="1" marL="617220" marR="0" rtl="0" algn="l">
                        <a:lnSpc>
                          <a:spcPct val="110000"/>
                        </a:lnSpc>
                        <a:spcBef>
                          <a:spcPts val="500"/>
                        </a:spcBef>
                        <a:spcAft>
                          <a:spcPts val="0"/>
                        </a:spcAft>
                        <a:buClr>
                          <a:srgbClr val="1D2733"/>
                        </a:buClr>
                        <a:buSzPts val="1530"/>
                        <a:buFont typeface="Arial"/>
                        <a:buChar char="•"/>
                      </a:pPr>
                      <a:r>
                        <a:rPr b="0" i="0" lang="en-US" sz="1800" u="none" cap="none" strike="noStrike">
                          <a:solidFill>
                            <a:srgbClr val="1D2733"/>
                          </a:solidFill>
                          <a:latin typeface="Arial"/>
                          <a:ea typeface="Arial"/>
                          <a:cs typeface="Arial"/>
                          <a:sym typeface="Arial"/>
                        </a:rPr>
                        <a:t>I was the host(noun) of the party.</a:t>
                      </a:r>
                      <a:endParaRPr/>
                    </a:p>
                    <a:p>
                      <a:pPr indent="-342899" lvl="1" marL="617220" marR="0" rtl="0" algn="l">
                        <a:lnSpc>
                          <a:spcPct val="110000"/>
                        </a:lnSpc>
                        <a:spcBef>
                          <a:spcPts val="500"/>
                        </a:spcBef>
                        <a:spcAft>
                          <a:spcPts val="0"/>
                        </a:spcAft>
                        <a:buClr>
                          <a:srgbClr val="1D2733"/>
                        </a:buClr>
                        <a:buSzPts val="1530"/>
                        <a:buFont typeface="Arial"/>
                        <a:buChar char="•"/>
                      </a:pPr>
                      <a:r>
                        <a:rPr b="0" i="0" lang="en-US" sz="1800" u="none" cap="none" strike="noStrike">
                          <a:solidFill>
                            <a:srgbClr val="1D2733"/>
                          </a:solidFill>
                          <a:latin typeface="Arial"/>
                          <a:ea typeface="Arial"/>
                          <a:cs typeface="Arial"/>
                          <a:sym typeface="Arial"/>
                        </a:rPr>
                        <a:t>I received an email (noun).</a:t>
                      </a:r>
                      <a:endParaRPr/>
                    </a:p>
                    <a:p>
                      <a:pPr indent="-342899" lvl="1" marL="617220" marR="0" rtl="0" algn="l">
                        <a:lnSpc>
                          <a:spcPct val="110000"/>
                        </a:lnSpc>
                        <a:spcBef>
                          <a:spcPts val="500"/>
                        </a:spcBef>
                        <a:spcAft>
                          <a:spcPts val="0"/>
                        </a:spcAft>
                        <a:buClr>
                          <a:srgbClr val="1D2733"/>
                        </a:buClr>
                        <a:buSzPts val="1530"/>
                        <a:buFont typeface="Arial"/>
                        <a:buChar char="•"/>
                      </a:pPr>
                      <a:r>
                        <a:rPr b="0" i="0" lang="en-US" sz="1800" u="none" cap="none" strike="noStrike">
                          <a:solidFill>
                            <a:srgbClr val="1D2733"/>
                          </a:solidFill>
                          <a:latin typeface="Arial"/>
                          <a:ea typeface="Arial"/>
                          <a:cs typeface="Arial"/>
                          <a:sym typeface="Arial"/>
                        </a:rPr>
                        <a:t>I will email (verb) him tomorrow.</a:t>
                      </a:r>
                      <a:endParaRPr/>
                    </a:p>
                  </a:txBody>
                  <a:tcPr marT="45725" marB="45725" marR="91450" marL="91450"/>
                </a:tc>
              </a:tr>
            </a:tbl>
          </a:graphicData>
        </a:graphic>
      </p:graphicFrame>
      <p:sp>
        <p:nvSpPr>
          <p:cNvPr id="145" name="Google Shape;145;p5"/>
          <p:cNvSpPr txBox="1"/>
          <p:nvPr/>
        </p:nvSpPr>
        <p:spPr>
          <a:xfrm>
            <a:off x="433135" y="1145720"/>
            <a:ext cx="1037390" cy="369332"/>
          </a:xfrm>
          <a:prstGeom prst="rect">
            <a:avLst/>
          </a:prstGeom>
          <a:solidFill>
            <a:srgbClr val="E3ABCF"/>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Arial"/>
                <a:ea typeface="Arial"/>
                <a:cs typeface="Arial"/>
                <a:sym typeface="Arial"/>
              </a:rPr>
              <a:t>Example</a:t>
            </a:r>
            <a:endParaRPr/>
          </a:p>
        </p:txBody>
      </p:sp>
      <p:cxnSp>
        <p:nvCxnSpPr>
          <p:cNvPr id="146" name="Google Shape;146;p5"/>
          <p:cNvCxnSpPr>
            <a:stCxn id="145" idx="3"/>
          </p:cNvCxnSpPr>
          <p:nvPr/>
        </p:nvCxnSpPr>
        <p:spPr>
          <a:xfrm>
            <a:off x="1470525" y="1330386"/>
            <a:ext cx="518700" cy="0"/>
          </a:xfrm>
          <a:prstGeom prst="straightConnector1">
            <a:avLst/>
          </a:prstGeom>
          <a:noFill/>
          <a:ln cap="flat" cmpd="sng" w="9525">
            <a:solidFill>
              <a:schemeClr val="accent1"/>
            </a:solidFill>
            <a:prstDash val="solid"/>
            <a:miter lim="800000"/>
            <a:headEnd len="sm" w="sm" type="none"/>
            <a:tailEnd len="med" w="med" type="triangle"/>
          </a:ln>
        </p:spPr>
      </p:cxnSp>
      <p:graphicFrame>
        <p:nvGraphicFramePr>
          <p:cNvPr id="147" name="Google Shape;147;p5"/>
          <p:cNvGraphicFramePr/>
          <p:nvPr/>
        </p:nvGraphicFramePr>
        <p:xfrm>
          <a:off x="2021307" y="3718040"/>
          <a:ext cx="3000000" cy="3000000"/>
        </p:xfrm>
        <a:graphic>
          <a:graphicData uri="http://schemas.openxmlformats.org/drawingml/2006/table">
            <a:tbl>
              <a:tblPr bandRow="1">
                <a:noFill/>
                <a:tableStyleId>{4E657191-9533-4C51-992F-CF23418656C9}</a:tableStyleId>
              </a:tblPr>
              <a:tblGrid>
                <a:gridCol w="9737550"/>
              </a:tblGrid>
              <a:tr h="370850">
                <a:tc>
                  <a:txBody>
                    <a:bodyPr/>
                    <a:lstStyle/>
                    <a:p>
                      <a:pPr indent="0" lvl="1" marL="274320" marR="0" rtl="0" algn="l">
                        <a:spcBef>
                          <a:spcPts val="0"/>
                        </a:spcBef>
                        <a:spcAft>
                          <a:spcPts val="0"/>
                        </a:spcAft>
                        <a:buClr>
                          <a:schemeClr val="dk1"/>
                        </a:buClr>
                        <a:buSzPts val="1800"/>
                        <a:buFont typeface="Noto Sans Symbols"/>
                        <a:buNone/>
                      </a:pPr>
                      <a:r>
                        <a:rPr lang="en-US" sz="1800" u="none" cap="none" strike="noStrike"/>
                        <a:t>Google</a:t>
                      </a:r>
                      <a:endParaRPr/>
                    </a:p>
                    <a:p>
                      <a:pPr indent="0" lvl="1" marL="274320" marR="0" rtl="0" algn="l">
                        <a:spcBef>
                          <a:spcPts val="0"/>
                        </a:spcBef>
                        <a:spcAft>
                          <a:spcPts val="0"/>
                        </a:spcAft>
                        <a:buClr>
                          <a:schemeClr val="dk1"/>
                        </a:buClr>
                        <a:buSzPts val="1800"/>
                        <a:buFont typeface="Noto Sans Symbols"/>
                        <a:buNone/>
                      </a:pPr>
                      <a:r>
                        <a:t/>
                      </a:r>
                      <a:endParaRPr sz="1800" u="none" cap="none" strike="noStrike"/>
                    </a:p>
                    <a:p>
                      <a:pPr indent="0" lvl="1" marL="274320" marR="0" rtl="0" algn="l">
                        <a:spcBef>
                          <a:spcPts val="0"/>
                        </a:spcBef>
                        <a:spcAft>
                          <a:spcPts val="0"/>
                        </a:spcAft>
                        <a:buClr>
                          <a:schemeClr val="dk1"/>
                        </a:buClr>
                        <a:buSzPts val="1800"/>
                        <a:buFont typeface="Noto Sans Symbols"/>
                        <a:buNone/>
                      </a:pPr>
                      <a:r>
                        <a:rPr lang="en-US" sz="1800" u="none" cap="none" strike="noStrike"/>
                        <a:t>• Eponyms: a noun derived from a person/ place’s name.</a:t>
                      </a:r>
                      <a:endParaRPr/>
                    </a:p>
                    <a:p>
                      <a:pPr indent="0" lvl="1" marL="274320" marR="0" rtl="0" algn="l">
                        <a:spcBef>
                          <a:spcPts val="0"/>
                        </a:spcBef>
                        <a:spcAft>
                          <a:spcPts val="0"/>
                        </a:spcAft>
                        <a:buClr>
                          <a:schemeClr val="dk1"/>
                        </a:buClr>
                        <a:buSzPts val="1800"/>
                        <a:buFont typeface="Noto Sans Symbols"/>
                        <a:buNone/>
                      </a:pPr>
                      <a:r>
                        <a:rPr lang="en-US" sz="1800" u="none" cap="none" strike="noStrike"/>
                        <a:t>Example: “sandwich from the eighteenth-century Earl of Sandwich who first insisted on having his bread and meat together while gambling.”</a:t>
                      </a:r>
                      <a:endParaRPr/>
                    </a:p>
                    <a:p>
                      <a:pPr indent="0" lvl="1" marL="274320" marR="0" rtl="0" algn="l">
                        <a:spcBef>
                          <a:spcPts val="0"/>
                        </a:spcBef>
                        <a:spcAft>
                          <a:spcPts val="0"/>
                        </a:spcAft>
                        <a:buClr>
                          <a:schemeClr val="dk1"/>
                        </a:buClr>
                        <a:buSzPts val="1800"/>
                        <a:buFont typeface="Noto Sans Symbols"/>
                        <a:buNone/>
                      </a:pPr>
                      <a:r>
                        <a:rPr lang="en-US" sz="1800" u="none" cap="none" strike="noStrike"/>
                        <a:t>Watt: Unit of power named after its inventor James Watt.</a:t>
                      </a:r>
                      <a:endParaRPr sz="1800" u="none" cap="none" strike="noStrike"/>
                    </a:p>
                  </a:txBody>
                  <a:tcPr marT="45725" marB="45725" marR="91450" marL="91450"/>
                </a:tc>
              </a:tr>
            </a:tbl>
          </a:graphicData>
        </a:graphic>
      </p:graphicFrame>
      <p:sp>
        <p:nvSpPr>
          <p:cNvPr id="148" name="Google Shape;148;p5"/>
          <p:cNvSpPr txBox="1"/>
          <p:nvPr/>
        </p:nvSpPr>
        <p:spPr>
          <a:xfrm>
            <a:off x="433135" y="3922207"/>
            <a:ext cx="1015229" cy="369332"/>
          </a:xfrm>
          <a:prstGeom prst="rect">
            <a:avLst/>
          </a:prstGeom>
          <a:solidFill>
            <a:srgbClr val="E3ABCF"/>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Arial"/>
                <a:ea typeface="Arial"/>
                <a:cs typeface="Arial"/>
                <a:sym typeface="Arial"/>
              </a:rPr>
              <a:t>Example</a:t>
            </a:r>
            <a:endParaRPr/>
          </a:p>
        </p:txBody>
      </p:sp>
      <p:cxnSp>
        <p:nvCxnSpPr>
          <p:cNvPr id="149" name="Google Shape;149;p5"/>
          <p:cNvCxnSpPr/>
          <p:nvPr/>
        </p:nvCxnSpPr>
        <p:spPr>
          <a:xfrm>
            <a:off x="1470525" y="4074704"/>
            <a:ext cx="478506" cy="0"/>
          </a:xfrm>
          <a:prstGeom prst="straightConnector1">
            <a:avLst/>
          </a:prstGeom>
          <a:noFill/>
          <a:ln cap="flat" cmpd="sng" w="9525">
            <a:solidFill>
              <a:schemeClr val="accent1"/>
            </a:solidFill>
            <a:prstDash val="solid"/>
            <a:miter lim="800000"/>
            <a:headEnd len="sm" w="sm" type="none"/>
            <a:tailEnd len="med" w="med" type="triangle"/>
          </a:ln>
        </p:spPr>
      </p:cxn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 name="Shape 153"/>
        <p:cNvGrpSpPr/>
        <p:nvPr/>
      </p:nvGrpSpPr>
      <p:grpSpPr>
        <a:xfrm>
          <a:off x="0" y="0"/>
          <a:ext cx="0" cy="0"/>
          <a:chOff x="0" y="0"/>
          <a:chExt cx="0" cy="0"/>
        </a:xfrm>
      </p:grpSpPr>
      <p:sp>
        <p:nvSpPr>
          <p:cNvPr id="154" name="Google Shape;154;p6"/>
          <p:cNvSpPr txBox="1"/>
          <p:nvPr>
            <p:ph type="title"/>
          </p:nvPr>
        </p:nvSpPr>
        <p:spPr>
          <a:xfrm>
            <a:off x="3077496" y="2673600"/>
            <a:ext cx="6037007" cy="1510800"/>
          </a:xfrm>
          <a:prstGeom prst="rect">
            <a:avLst/>
          </a:prstGeom>
          <a:solidFill>
            <a:srgbClr val="C9ABE3"/>
          </a:solidFill>
          <a:ln cap="flat" cmpd="sng" w="9525">
            <a:solidFill>
              <a:srgbClr val="002060"/>
            </a:solidFill>
            <a:prstDash val="solid"/>
            <a:round/>
            <a:headEnd len="sm" w="sm" type="none"/>
            <a:tailEnd len="sm" w="sm" type="none"/>
          </a:ln>
        </p:spPr>
        <p:txBody>
          <a:bodyPr anchorCtr="0" anchor="b" bIns="45700" lIns="91425" spcFirstLastPara="1" rIns="91425" wrap="square" tIns="45700">
            <a:noAutofit/>
          </a:bodyPr>
          <a:lstStyle/>
          <a:p>
            <a:pPr indent="0" lvl="0" marL="0" rtl="0" algn="ctr">
              <a:lnSpc>
                <a:spcPct val="110000"/>
              </a:lnSpc>
              <a:spcBef>
                <a:spcPts val="0"/>
              </a:spcBef>
              <a:spcAft>
                <a:spcPts val="0"/>
              </a:spcAft>
              <a:buClr>
                <a:schemeClr val="dk2"/>
              </a:buClr>
              <a:buSzPts val="6000"/>
              <a:buFont typeface="Bell MT"/>
              <a:buNone/>
            </a:pPr>
            <a:r>
              <a:rPr b="1" lang="en-US" sz="6000">
                <a:latin typeface="Bell MT"/>
                <a:ea typeface="Bell MT"/>
                <a:cs typeface="Bell MT"/>
                <a:sym typeface="Bell MT"/>
              </a:rPr>
              <a:t>Word-Formation</a:t>
            </a:r>
            <a:br>
              <a:rPr b="1" lang="en-US" sz="8000">
                <a:latin typeface="Bell MT"/>
                <a:ea typeface="Bell MT"/>
                <a:cs typeface="Bell MT"/>
                <a:sym typeface="Bell MT"/>
              </a:rPr>
            </a:br>
            <a:r>
              <a:rPr b="1" lang="en-US" sz="3000">
                <a:latin typeface="Bell MT"/>
                <a:ea typeface="Bell MT"/>
                <a:cs typeface="Bell MT"/>
                <a:sym typeface="Bell MT"/>
              </a:rPr>
              <a:t>(Exercises)</a:t>
            </a:r>
            <a:endParaRPr b="1" sz="8000">
              <a:latin typeface="Bell MT"/>
              <a:ea typeface="Bell MT"/>
              <a:cs typeface="Bell MT"/>
              <a:sym typeface="Bell MT"/>
            </a:endParaRPr>
          </a:p>
        </p:txBody>
      </p:sp>
      <p:sp>
        <p:nvSpPr>
          <p:cNvPr id="155" name="Google Shape;155;p6"/>
          <p:cNvSpPr txBox="1"/>
          <p:nvPr>
            <p:ph idx="1" type="body"/>
          </p:nvPr>
        </p:nvSpPr>
        <p:spPr>
          <a:xfrm>
            <a:off x="997974" y="5603317"/>
            <a:ext cx="11749547" cy="5944669"/>
          </a:xfrm>
          <a:prstGeom prst="rect">
            <a:avLst/>
          </a:prstGeom>
          <a:noFill/>
          <a:ln>
            <a:noFill/>
          </a:ln>
        </p:spPr>
        <p:txBody>
          <a:bodyPr anchorCtr="0" anchor="t" bIns="45700" lIns="91425" spcFirstLastPara="1" rIns="91425" wrap="square" tIns="45700">
            <a:noAutofit/>
          </a:bodyPr>
          <a:lstStyle/>
          <a:p>
            <a:pPr indent="-203200" lvl="0" marL="342900" rtl="0" algn="l">
              <a:lnSpc>
                <a:spcPct val="107000"/>
              </a:lnSpc>
              <a:spcBef>
                <a:spcPts val="0"/>
              </a:spcBef>
              <a:spcAft>
                <a:spcPts val="0"/>
              </a:spcAft>
              <a:buClr>
                <a:schemeClr val="dk2"/>
              </a:buClr>
              <a:buSzPts val="2200"/>
              <a:buFont typeface="Arial"/>
              <a:buNone/>
            </a:pPr>
            <a:r>
              <a:t/>
            </a:r>
            <a:endParaRPr b="1" sz="2200">
              <a:latin typeface="Times New Roman"/>
              <a:ea typeface="Times New Roman"/>
              <a:cs typeface="Times New Roman"/>
              <a:sym typeface="Times New Roman"/>
            </a:endParaRPr>
          </a:p>
          <a:p>
            <a:pPr indent="-203200" lvl="0" marL="342900" rtl="0" algn="l">
              <a:lnSpc>
                <a:spcPct val="107000"/>
              </a:lnSpc>
              <a:spcBef>
                <a:spcPts val="1000"/>
              </a:spcBef>
              <a:spcAft>
                <a:spcPts val="0"/>
              </a:spcAft>
              <a:buClr>
                <a:schemeClr val="dk2"/>
              </a:buClr>
              <a:buSzPts val="2200"/>
              <a:buFont typeface="Arial"/>
              <a:buNone/>
            </a:pPr>
            <a:r>
              <a:t/>
            </a:r>
            <a:endParaRPr sz="2200">
              <a:latin typeface="Arial"/>
              <a:ea typeface="Arial"/>
              <a:cs typeface="Arial"/>
              <a:sym typeface="Arial"/>
            </a:endParaRPr>
          </a:p>
          <a:p>
            <a:pPr indent="0" lvl="0" marL="685800" rtl="0" algn="l">
              <a:lnSpc>
                <a:spcPct val="107000"/>
              </a:lnSpc>
              <a:spcBef>
                <a:spcPts val="1000"/>
              </a:spcBef>
              <a:spcAft>
                <a:spcPts val="0"/>
              </a:spcAft>
              <a:buClr>
                <a:schemeClr val="dk2"/>
              </a:buClr>
              <a:buSzPts val="2200"/>
              <a:buFont typeface="Times New Roman"/>
              <a:buNone/>
            </a:pPr>
            <a:r>
              <a:rPr lang="en-US" sz="2200">
                <a:latin typeface="Times New Roman"/>
                <a:ea typeface="Times New Roman"/>
                <a:cs typeface="Times New Roman"/>
                <a:sym typeface="Times New Roman"/>
              </a:rPr>
              <a:t> </a:t>
            </a:r>
            <a:endParaRPr sz="2200">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 name="Shape 159"/>
        <p:cNvGrpSpPr/>
        <p:nvPr/>
      </p:nvGrpSpPr>
      <p:grpSpPr>
        <a:xfrm>
          <a:off x="0" y="0"/>
          <a:ext cx="0" cy="0"/>
          <a:chOff x="0" y="0"/>
          <a:chExt cx="0" cy="0"/>
        </a:xfrm>
      </p:grpSpPr>
      <p:sp>
        <p:nvSpPr>
          <p:cNvPr id="160" name="Google Shape;160;p7"/>
          <p:cNvSpPr txBox="1"/>
          <p:nvPr>
            <p:ph idx="1" type="body"/>
          </p:nvPr>
        </p:nvSpPr>
        <p:spPr>
          <a:xfrm>
            <a:off x="224589" y="368968"/>
            <a:ext cx="11694695" cy="5762277"/>
          </a:xfrm>
          <a:prstGeom prst="rect">
            <a:avLst/>
          </a:prstGeom>
          <a:noFill/>
          <a:ln>
            <a:noFill/>
          </a:ln>
        </p:spPr>
        <p:txBody>
          <a:bodyPr anchorCtr="0" anchor="t" bIns="45700" lIns="91425" spcFirstLastPara="1" rIns="91425" wrap="square" tIns="45700">
            <a:normAutofit/>
          </a:bodyPr>
          <a:lstStyle/>
          <a:p>
            <a:pPr indent="0" lvl="0" marL="0" rtl="0" algn="l">
              <a:lnSpc>
                <a:spcPct val="110000"/>
              </a:lnSpc>
              <a:spcBef>
                <a:spcPts val="0"/>
              </a:spcBef>
              <a:spcAft>
                <a:spcPts val="0"/>
              </a:spcAft>
              <a:buClr>
                <a:schemeClr val="dk2"/>
              </a:buClr>
              <a:buSzPts val="2000"/>
              <a:buFont typeface="Arial"/>
              <a:buNone/>
            </a:pPr>
            <a:r>
              <a:rPr b="1" lang="en-US"/>
              <a:t>Fill in the blanks with the correct form of the word in brackets and identify the technique of word formation used. </a:t>
            </a:r>
            <a:endParaRPr/>
          </a:p>
          <a:p>
            <a:pPr indent="-457200" lvl="0" marL="457200" rtl="0" algn="l">
              <a:lnSpc>
                <a:spcPct val="110000"/>
              </a:lnSpc>
              <a:spcBef>
                <a:spcPts val="1000"/>
              </a:spcBef>
              <a:spcAft>
                <a:spcPts val="0"/>
              </a:spcAft>
              <a:buClr>
                <a:schemeClr val="dk2"/>
              </a:buClr>
              <a:buSzPts val="2000"/>
              <a:buFont typeface="Arial"/>
              <a:buAutoNum type="arabicPeriod"/>
            </a:pPr>
            <a:r>
              <a:rPr lang="en-US"/>
              <a:t>I forgot to prepare for the quiz. The situation is ________ (hope). </a:t>
            </a:r>
            <a:endParaRPr/>
          </a:p>
          <a:p>
            <a:pPr indent="-457200" lvl="0" marL="457200" rtl="0" algn="l">
              <a:lnSpc>
                <a:spcPct val="110000"/>
              </a:lnSpc>
              <a:spcBef>
                <a:spcPts val="1000"/>
              </a:spcBef>
              <a:spcAft>
                <a:spcPts val="0"/>
              </a:spcAft>
              <a:buClr>
                <a:schemeClr val="dk2"/>
              </a:buClr>
              <a:buSzPts val="2000"/>
              <a:buFont typeface="Arial"/>
              <a:buAutoNum type="arabicPeriod"/>
            </a:pPr>
            <a:r>
              <a:rPr lang="en-US"/>
              <a:t>Sherryl looks a little ill. Do you think she caught the _______ (influenza). </a:t>
            </a:r>
            <a:endParaRPr/>
          </a:p>
          <a:p>
            <a:pPr indent="-457200" lvl="0" marL="457200" rtl="0" algn="l">
              <a:lnSpc>
                <a:spcPct val="110000"/>
              </a:lnSpc>
              <a:spcBef>
                <a:spcPts val="1000"/>
              </a:spcBef>
              <a:spcAft>
                <a:spcPts val="0"/>
              </a:spcAft>
              <a:buClr>
                <a:schemeClr val="dk2"/>
              </a:buClr>
              <a:buSzPts val="2000"/>
              <a:buFont typeface="Arial"/>
              <a:buAutoNum type="arabicPeriod"/>
            </a:pPr>
            <a:r>
              <a:rPr lang="en-US"/>
              <a:t>This is a _______ (term) investment. Please consider carefully before finalizing. </a:t>
            </a:r>
            <a:endParaRPr/>
          </a:p>
          <a:p>
            <a:pPr indent="-457200" lvl="0" marL="457200" rtl="0" algn="l">
              <a:lnSpc>
                <a:spcPct val="110000"/>
              </a:lnSpc>
              <a:spcBef>
                <a:spcPts val="1000"/>
              </a:spcBef>
              <a:spcAft>
                <a:spcPts val="0"/>
              </a:spcAft>
              <a:buClr>
                <a:schemeClr val="dk2"/>
              </a:buClr>
              <a:buSzPts val="2000"/>
              <a:buFont typeface="Arial"/>
              <a:buAutoNum type="arabicPeriod"/>
            </a:pPr>
            <a:r>
              <a:rPr lang="en-US"/>
              <a:t> You don’t seem very ________ (enthuse) about the news. Is something wrong? </a:t>
            </a:r>
            <a:endParaRPr/>
          </a:p>
          <a:p>
            <a:pPr indent="-457200" lvl="0" marL="457200" rtl="0" algn="l">
              <a:lnSpc>
                <a:spcPct val="110000"/>
              </a:lnSpc>
              <a:spcBef>
                <a:spcPts val="1000"/>
              </a:spcBef>
              <a:spcAft>
                <a:spcPts val="0"/>
              </a:spcAft>
              <a:buClr>
                <a:schemeClr val="dk2"/>
              </a:buClr>
              <a:buSzPts val="2000"/>
              <a:buFont typeface="Arial"/>
              <a:buAutoNum type="arabicPeriod"/>
            </a:pPr>
            <a:r>
              <a:rPr lang="en-US"/>
              <a:t>I’ll be in the city this Sunday. Shall we meet for __________ (Breakfast and Lunch)?</a:t>
            </a:r>
            <a:endParaRPr/>
          </a:p>
          <a:p>
            <a:pPr indent="-457200" lvl="0" marL="457200" rtl="0" algn="l">
              <a:lnSpc>
                <a:spcPct val="110000"/>
              </a:lnSpc>
              <a:spcBef>
                <a:spcPts val="1000"/>
              </a:spcBef>
              <a:spcAft>
                <a:spcPts val="0"/>
              </a:spcAft>
              <a:buClr>
                <a:schemeClr val="dk2"/>
              </a:buClr>
              <a:buSzPts val="2000"/>
              <a:buFont typeface="Arial"/>
              <a:buAutoNum type="arabicPeriod"/>
            </a:pPr>
            <a:r>
              <a:rPr lang="en-US"/>
              <a:t> We’ll meet at the Physics ______ (laboratory) after lunch. </a:t>
            </a:r>
            <a:endParaRPr/>
          </a:p>
          <a:p>
            <a:pPr indent="-457200" lvl="0" marL="457200" rtl="0" algn="l">
              <a:lnSpc>
                <a:spcPct val="110000"/>
              </a:lnSpc>
              <a:spcBef>
                <a:spcPts val="1000"/>
              </a:spcBef>
              <a:spcAft>
                <a:spcPts val="0"/>
              </a:spcAft>
              <a:buClr>
                <a:schemeClr val="dk2"/>
              </a:buClr>
              <a:buSzPts val="2000"/>
              <a:buFont typeface="Arial"/>
              <a:buAutoNum type="arabicPeriod"/>
            </a:pPr>
            <a:r>
              <a:rPr lang="en-US"/>
              <a:t>Don’t forget to _______ (frost) the chicken! We need it for dinner tonight.</a:t>
            </a:r>
            <a:endParaRPr/>
          </a:p>
          <a:p>
            <a:pPr indent="-330200" lvl="0" marL="457200" rtl="0" algn="l">
              <a:lnSpc>
                <a:spcPct val="110000"/>
              </a:lnSpc>
              <a:spcBef>
                <a:spcPts val="1000"/>
              </a:spcBef>
              <a:spcAft>
                <a:spcPts val="0"/>
              </a:spcAft>
              <a:buClr>
                <a:schemeClr val="dk2"/>
              </a:buClr>
              <a:buSzPts val="2000"/>
              <a:buFont typeface="Arial"/>
              <a:buNone/>
            </a:pPr>
            <a:r>
              <a:t/>
            </a:r>
            <a:endParaRPr/>
          </a:p>
          <a:p>
            <a:pPr indent="0" lvl="0" marL="0" rtl="0" algn="l">
              <a:lnSpc>
                <a:spcPct val="110000"/>
              </a:lnSpc>
              <a:spcBef>
                <a:spcPts val="1000"/>
              </a:spcBef>
              <a:spcAft>
                <a:spcPts val="0"/>
              </a:spcAft>
              <a:buClr>
                <a:schemeClr val="dk2"/>
              </a:buClr>
              <a:buSzPts val="2000"/>
              <a:buFont typeface="Arial"/>
              <a:buNone/>
            </a:pPr>
            <a:r>
              <a:rPr b="1" lang="en-US"/>
              <a:t>Form one word using each of the word formation techniques.  </a:t>
            </a:r>
            <a:endParaRPr/>
          </a:p>
          <a:p>
            <a:pPr indent="0" lvl="0" marL="0" rtl="0" algn="l">
              <a:lnSpc>
                <a:spcPct val="110000"/>
              </a:lnSpc>
              <a:spcBef>
                <a:spcPts val="1000"/>
              </a:spcBef>
              <a:spcAft>
                <a:spcPts val="0"/>
              </a:spcAft>
              <a:buClr>
                <a:schemeClr val="dk2"/>
              </a:buClr>
              <a:buSzPts val="2000"/>
              <a:buFont typeface="Arial"/>
              <a:buNone/>
            </a:pPr>
            <a:r>
              <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 name="Shape 164"/>
        <p:cNvGrpSpPr/>
        <p:nvPr/>
      </p:nvGrpSpPr>
      <p:grpSpPr>
        <a:xfrm>
          <a:off x="0" y="0"/>
          <a:ext cx="0" cy="0"/>
          <a:chOff x="0" y="0"/>
          <a:chExt cx="0" cy="0"/>
        </a:xfrm>
      </p:grpSpPr>
      <p:sp>
        <p:nvSpPr>
          <p:cNvPr id="165" name="Google Shape;165;p8"/>
          <p:cNvSpPr txBox="1"/>
          <p:nvPr>
            <p:ph type="title"/>
          </p:nvPr>
        </p:nvSpPr>
        <p:spPr>
          <a:xfrm>
            <a:off x="3785493" y="2751483"/>
            <a:ext cx="4621011" cy="1355033"/>
          </a:xfrm>
          <a:prstGeom prst="rect">
            <a:avLst/>
          </a:prstGeom>
          <a:solidFill>
            <a:srgbClr val="C9ABE3"/>
          </a:solidFill>
          <a:ln cap="flat" cmpd="sng" w="9525">
            <a:solidFill>
              <a:srgbClr val="002060"/>
            </a:solidFill>
            <a:prstDash val="solid"/>
            <a:round/>
            <a:headEnd len="sm" w="sm" type="none"/>
            <a:tailEnd len="sm" w="sm" type="none"/>
          </a:ln>
        </p:spPr>
        <p:txBody>
          <a:bodyPr anchorCtr="0" anchor="b" bIns="45700" lIns="91425" spcFirstLastPara="1" rIns="91425" wrap="square" tIns="45700">
            <a:noAutofit/>
          </a:bodyPr>
          <a:lstStyle/>
          <a:p>
            <a:pPr indent="0" lvl="0" marL="0" rtl="0" algn="ctr">
              <a:lnSpc>
                <a:spcPct val="110000"/>
              </a:lnSpc>
              <a:spcBef>
                <a:spcPts val="0"/>
              </a:spcBef>
              <a:spcAft>
                <a:spcPts val="0"/>
              </a:spcAft>
              <a:buClr>
                <a:schemeClr val="dk2"/>
              </a:buClr>
              <a:buSzPts val="8000"/>
              <a:buFont typeface="Bell MT"/>
              <a:buNone/>
            </a:pPr>
            <a:r>
              <a:rPr b="1" lang="en-US" sz="8000">
                <a:latin typeface="Bell MT"/>
                <a:ea typeface="Bell MT"/>
                <a:cs typeface="Bell MT"/>
                <a:sym typeface="Bell MT"/>
              </a:rPr>
              <a:t>Answers</a:t>
            </a:r>
            <a:endParaRPr/>
          </a:p>
        </p:txBody>
      </p:sp>
      <p:sp>
        <p:nvSpPr>
          <p:cNvPr id="166" name="Google Shape;166;p8"/>
          <p:cNvSpPr txBox="1"/>
          <p:nvPr>
            <p:ph idx="1" type="body"/>
          </p:nvPr>
        </p:nvSpPr>
        <p:spPr>
          <a:xfrm>
            <a:off x="221226" y="815008"/>
            <a:ext cx="11749547" cy="5944669"/>
          </a:xfrm>
          <a:prstGeom prst="rect">
            <a:avLst/>
          </a:prstGeom>
          <a:noFill/>
          <a:ln>
            <a:noFill/>
          </a:ln>
        </p:spPr>
        <p:txBody>
          <a:bodyPr anchorCtr="0" anchor="t" bIns="45700" lIns="91425" spcFirstLastPara="1" rIns="91425" wrap="square" tIns="45700">
            <a:noAutofit/>
          </a:bodyPr>
          <a:lstStyle/>
          <a:p>
            <a:pPr indent="-203200" lvl="0" marL="342900" rtl="0" algn="l">
              <a:lnSpc>
                <a:spcPct val="107000"/>
              </a:lnSpc>
              <a:spcBef>
                <a:spcPts val="0"/>
              </a:spcBef>
              <a:spcAft>
                <a:spcPts val="0"/>
              </a:spcAft>
              <a:buClr>
                <a:schemeClr val="dk2"/>
              </a:buClr>
              <a:buSzPts val="2200"/>
              <a:buFont typeface="Arial"/>
              <a:buNone/>
            </a:pPr>
            <a:r>
              <a:t/>
            </a:r>
            <a:endParaRPr b="1" sz="2200">
              <a:latin typeface="Times New Roman"/>
              <a:ea typeface="Times New Roman"/>
              <a:cs typeface="Times New Roman"/>
              <a:sym typeface="Times New Roman"/>
            </a:endParaRPr>
          </a:p>
          <a:p>
            <a:pPr indent="-203200" lvl="0" marL="342900" rtl="0" algn="l">
              <a:lnSpc>
                <a:spcPct val="107000"/>
              </a:lnSpc>
              <a:spcBef>
                <a:spcPts val="1000"/>
              </a:spcBef>
              <a:spcAft>
                <a:spcPts val="0"/>
              </a:spcAft>
              <a:buClr>
                <a:schemeClr val="dk2"/>
              </a:buClr>
              <a:buSzPts val="2200"/>
              <a:buFont typeface="Arial"/>
              <a:buNone/>
            </a:pPr>
            <a:r>
              <a:t/>
            </a:r>
            <a:endParaRPr sz="2200">
              <a:latin typeface="Arial"/>
              <a:ea typeface="Arial"/>
              <a:cs typeface="Arial"/>
              <a:sym typeface="Arial"/>
            </a:endParaRPr>
          </a:p>
          <a:p>
            <a:pPr indent="0" lvl="0" marL="685800" rtl="0" algn="l">
              <a:lnSpc>
                <a:spcPct val="107000"/>
              </a:lnSpc>
              <a:spcBef>
                <a:spcPts val="1000"/>
              </a:spcBef>
              <a:spcAft>
                <a:spcPts val="0"/>
              </a:spcAft>
              <a:buClr>
                <a:schemeClr val="dk2"/>
              </a:buClr>
              <a:buSzPts val="2200"/>
              <a:buFont typeface="Times New Roman"/>
              <a:buNone/>
            </a:pPr>
            <a:r>
              <a:rPr lang="en-US" sz="2200">
                <a:latin typeface="Times New Roman"/>
                <a:ea typeface="Times New Roman"/>
                <a:cs typeface="Times New Roman"/>
                <a:sym typeface="Times New Roman"/>
              </a:rPr>
              <a:t> </a:t>
            </a:r>
            <a:endParaRPr sz="2200">
              <a:latin typeface="Arial"/>
              <a:ea typeface="Arial"/>
              <a:cs typeface="Arial"/>
              <a:sym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 name="Shape 170"/>
        <p:cNvGrpSpPr/>
        <p:nvPr/>
      </p:nvGrpSpPr>
      <p:grpSpPr>
        <a:xfrm>
          <a:off x="0" y="0"/>
          <a:ext cx="0" cy="0"/>
          <a:chOff x="0" y="0"/>
          <a:chExt cx="0" cy="0"/>
        </a:xfrm>
      </p:grpSpPr>
      <p:sp>
        <p:nvSpPr>
          <p:cNvPr id="171" name="Google Shape;171;p9"/>
          <p:cNvSpPr txBox="1"/>
          <p:nvPr>
            <p:ph idx="1" type="body"/>
          </p:nvPr>
        </p:nvSpPr>
        <p:spPr>
          <a:xfrm>
            <a:off x="224589" y="368968"/>
            <a:ext cx="11694695" cy="5762277"/>
          </a:xfrm>
          <a:prstGeom prst="rect">
            <a:avLst/>
          </a:prstGeom>
          <a:noFill/>
          <a:ln>
            <a:noFill/>
          </a:ln>
        </p:spPr>
        <p:txBody>
          <a:bodyPr anchorCtr="0" anchor="t" bIns="45700" lIns="91425" spcFirstLastPara="1" rIns="91425" wrap="square" tIns="45700">
            <a:normAutofit/>
          </a:bodyPr>
          <a:lstStyle/>
          <a:p>
            <a:pPr indent="0" lvl="0" marL="0" rtl="0" algn="l">
              <a:lnSpc>
                <a:spcPct val="110000"/>
              </a:lnSpc>
              <a:spcBef>
                <a:spcPts val="0"/>
              </a:spcBef>
              <a:spcAft>
                <a:spcPts val="0"/>
              </a:spcAft>
              <a:buClr>
                <a:schemeClr val="dk2"/>
              </a:buClr>
              <a:buSzPts val="2000"/>
              <a:buFont typeface="Arial"/>
              <a:buNone/>
            </a:pPr>
            <a:r>
              <a:rPr b="1" lang="en-US"/>
              <a:t>Fill in the blanks with the correct form of the word in brackets and identify the technique of word formation used. </a:t>
            </a:r>
            <a:endParaRPr/>
          </a:p>
          <a:p>
            <a:pPr indent="-457200" lvl="0" marL="457200" rtl="0" algn="l">
              <a:lnSpc>
                <a:spcPct val="110000"/>
              </a:lnSpc>
              <a:spcBef>
                <a:spcPts val="1000"/>
              </a:spcBef>
              <a:spcAft>
                <a:spcPts val="0"/>
              </a:spcAft>
              <a:buClr>
                <a:schemeClr val="dk2"/>
              </a:buClr>
              <a:buSzPts val="2000"/>
              <a:buFont typeface="Arial"/>
              <a:buAutoNum type="arabicPeriod"/>
            </a:pPr>
            <a:r>
              <a:rPr lang="en-US"/>
              <a:t>Hopeless (Derivation-suffix)</a:t>
            </a:r>
            <a:endParaRPr/>
          </a:p>
          <a:p>
            <a:pPr indent="-457200" lvl="0" marL="457200" rtl="0" algn="l">
              <a:lnSpc>
                <a:spcPct val="110000"/>
              </a:lnSpc>
              <a:spcBef>
                <a:spcPts val="1000"/>
              </a:spcBef>
              <a:spcAft>
                <a:spcPts val="0"/>
              </a:spcAft>
              <a:buClr>
                <a:schemeClr val="dk2"/>
              </a:buClr>
              <a:buSzPts val="2000"/>
              <a:buFont typeface="Arial"/>
              <a:buAutoNum type="arabicPeriod"/>
            </a:pPr>
            <a:r>
              <a:rPr lang="en-US"/>
              <a:t>Flu (Clipping)</a:t>
            </a:r>
            <a:endParaRPr/>
          </a:p>
          <a:p>
            <a:pPr indent="-457200" lvl="0" marL="457200" rtl="0" algn="l">
              <a:lnSpc>
                <a:spcPct val="110000"/>
              </a:lnSpc>
              <a:spcBef>
                <a:spcPts val="1000"/>
              </a:spcBef>
              <a:spcAft>
                <a:spcPts val="0"/>
              </a:spcAft>
              <a:buClr>
                <a:schemeClr val="dk2"/>
              </a:buClr>
              <a:buSzPts val="2000"/>
              <a:buFont typeface="Arial"/>
              <a:buAutoNum type="arabicPeriod"/>
            </a:pPr>
            <a:r>
              <a:rPr lang="en-US"/>
              <a:t>Long-term (Compounding)</a:t>
            </a:r>
            <a:endParaRPr/>
          </a:p>
          <a:p>
            <a:pPr indent="-457200" lvl="0" marL="457200" rtl="0" algn="l">
              <a:lnSpc>
                <a:spcPct val="110000"/>
              </a:lnSpc>
              <a:spcBef>
                <a:spcPts val="1000"/>
              </a:spcBef>
              <a:spcAft>
                <a:spcPts val="0"/>
              </a:spcAft>
              <a:buClr>
                <a:schemeClr val="dk2"/>
              </a:buClr>
              <a:buSzPts val="2000"/>
              <a:buFont typeface="Arial"/>
              <a:buAutoNum type="arabicPeriod"/>
            </a:pPr>
            <a:r>
              <a:rPr lang="en-US"/>
              <a:t>Enthusiastic (backformation- emthuse is a bac</a:t>
            </a:r>
            <a:r>
              <a:rPr lang="en-US"/>
              <a:t>kformation of enthusiasm) </a:t>
            </a:r>
            <a:endParaRPr/>
          </a:p>
          <a:p>
            <a:pPr indent="-457200" lvl="0" marL="457200" rtl="0" algn="l">
              <a:lnSpc>
                <a:spcPct val="110000"/>
              </a:lnSpc>
              <a:spcBef>
                <a:spcPts val="1000"/>
              </a:spcBef>
              <a:spcAft>
                <a:spcPts val="0"/>
              </a:spcAft>
              <a:buClr>
                <a:schemeClr val="dk2"/>
              </a:buClr>
              <a:buSzPts val="2000"/>
              <a:buFont typeface="Arial"/>
              <a:buAutoNum type="arabicPeriod"/>
            </a:pPr>
            <a:r>
              <a:rPr lang="en-US"/>
              <a:t>Brunch (Blending)</a:t>
            </a:r>
            <a:endParaRPr/>
          </a:p>
          <a:p>
            <a:pPr indent="-457200" lvl="0" marL="457200" rtl="0" algn="l">
              <a:lnSpc>
                <a:spcPct val="110000"/>
              </a:lnSpc>
              <a:spcBef>
                <a:spcPts val="1000"/>
              </a:spcBef>
              <a:spcAft>
                <a:spcPts val="0"/>
              </a:spcAft>
              <a:buClr>
                <a:schemeClr val="dk2"/>
              </a:buClr>
              <a:buSzPts val="2000"/>
              <a:buFont typeface="Arial"/>
              <a:buAutoNum type="arabicPeriod"/>
            </a:pPr>
            <a:r>
              <a:rPr lang="en-US"/>
              <a:t>Lab (Clipping)</a:t>
            </a:r>
            <a:endParaRPr/>
          </a:p>
          <a:p>
            <a:pPr indent="-457200" lvl="0" marL="457200" rtl="0" algn="l">
              <a:lnSpc>
                <a:spcPct val="110000"/>
              </a:lnSpc>
              <a:spcBef>
                <a:spcPts val="1000"/>
              </a:spcBef>
              <a:spcAft>
                <a:spcPts val="0"/>
              </a:spcAft>
              <a:buClr>
                <a:schemeClr val="dk2"/>
              </a:buClr>
              <a:buSzPts val="2000"/>
              <a:buFont typeface="Arial"/>
              <a:buAutoNum type="arabicPeriod"/>
            </a:pPr>
            <a:r>
              <a:rPr lang="en-US"/>
              <a:t>Defrost (Derivation-prefix)</a:t>
            </a:r>
            <a:endParaRPr/>
          </a:p>
          <a:p>
            <a:pPr indent="-330200" lvl="0" marL="457200" rtl="0" algn="l">
              <a:lnSpc>
                <a:spcPct val="110000"/>
              </a:lnSpc>
              <a:spcBef>
                <a:spcPts val="1000"/>
              </a:spcBef>
              <a:spcAft>
                <a:spcPts val="0"/>
              </a:spcAft>
              <a:buClr>
                <a:schemeClr val="dk2"/>
              </a:buClr>
              <a:buSzPts val="2000"/>
              <a:buFont typeface="Arial"/>
              <a:buNone/>
            </a:pPr>
            <a:r>
              <a:t/>
            </a:r>
            <a:endParaRPr/>
          </a:p>
          <a:p>
            <a:pPr indent="0" lvl="0" marL="0" rtl="0" algn="l">
              <a:lnSpc>
                <a:spcPct val="110000"/>
              </a:lnSpc>
              <a:spcBef>
                <a:spcPts val="1000"/>
              </a:spcBef>
              <a:spcAft>
                <a:spcPts val="0"/>
              </a:spcAft>
              <a:buClr>
                <a:schemeClr val="dk2"/>
              </a:buClr>
              <a:buSzPts val="2000"/>
              <a:buFont typeface="Arial"/>
              <a:buNone/>
            </a:pPr>
            <a:r>
              <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 name="Shape 175"/>
        <p:cNvGrpSpPr/>
        <p:nvPr/>
      </p:nvGrpSpPr>
      <p:grpSpPr>
        <a:xfrm>
          <a:off x="0" y="0"/>
          <a:ext cx="0" cy="0"/>
          <a:chOff x="0" y="0"/>
          <a:chExt cx="0" cy="0"/>
        </a:xfrm>
      </p:grpSpPr>
      <p:sp>
        <p:nvSpPr>
          <p:cNvPr id="176" name="Google Shape;176;p10"/>
          <p:cNvSpPr txBox="1"/>
          <p:nvPr>
            <p:ph type="title"/>
          </p:nvPr>
        </p:nvSpPr>
        <p:spPr>
          <a:xfrm>
            <a:off x="3077496" y="2673600"/>
            <a:ext cx="6037007" cy="1510800"/>
          </a:xfrm>
          <a:prstGeom prst="rect">
            <a:avLst/>
          </a:prstGeom>
          <a:solidFill>
            <a:srgbClr val="C9ABE3"/>
          </a:solidFill>
          <a:ln cap="flat" cmpd="sng" w="9525">
            <a:solidFill>
              <a:srgbClr val="002060"/>
            </a:solidFill>
            <a:prstDash val="solid"/>
            <a:round/>
            <a:headEnd len="sm" w="sm" type="none"/>
            <a:tailEnd len="sm" w="sm" type="none"/>
          </a:ln>
        </p:spPr>
        <p:txBody>
          <a:bodyPr anchorCtr="0" anchor="b" bIns="45700" lIns="91425" spcFirstLastPara="1" rIns="91425" wrap="square" tIns="45700">
            <a:noAutofit/>
          </a:bodyPr>
          <a:lstStyle/>
          <a:p>
            <a:pPr indent="0" lvl="0" marL="0" rtl="0" algn="ctr">
              <a:lnSpc>
                <a:spcPct val="110000"/>
              </a:lnSpc>
              <a:spcBef>
                <a:spcPts val="0"/>
              </a:spcBef>
              <a:spcAft>
                <a:spcPts val="0"/>
              </a:spcAft>
              <a:buClr>
                <a:schemeClr val="dk2"/>
              </a:buClr>
              <a:buSzPts val="6000"/>
              <a:buFont typeface="Bell MT"/>
              <a:buNone/>
            </a:pPr>
            <a:r>
              <a:rPr b="1" lang="en-US" sz="6000">
                <a:latin typeface="Bell MT"/>
                <a:ea typeface="Bell MT"/>
                <a:cs typeface="Bell MT"/>
                <a:sym typeface="Bell MT"/>
              </a:rPr>
              <a:t>Word-Meaning</a:t>
            </a:r>
            <a:br>
              <a:rPr b="1" lang="en-US" sz="8000">
                <a:latin typeface="Bell MT"/>
                <a:ea typeface="Bell MT"/>
                <a:cs typeface="Bell MT"/>
                <a:sym typeface="Bell MT"/>
              </a:rPr>
            </a:br>
            <a:r>
              <a:rPr b="1" lang="en-US" sz="3000">
                <a:latin typeface="Bell MT"/>
                <a:ea typeface="Bell MT"/>
                <a:cs typeface="Bell MT"/>
                <a:sym typeface="Bell MT"/>
              </a:rPr>
              <a:t>(Exercises)</a:t>
            </a:r>
            <a:endParaRPr b="1" sz="8000">
              <a:latin typeface="Bell MT"/>
              <a:ea typeface="Bell MT"/>
              <a:cs typeface="Bell MT"/>
              <a:sym typeface="Bell MT"/>
            </a:endParaRPr>
          </a:p>
        </p:txBody>
      </p:sp>
      <p:sp>
        <p:nvSpPr>
          <p:cNvPr id="177" name="Google Shape;177;p10"/>
          <p:cNvSpPr txBox="1"/>
          <p:nvPr>
            <p:ph idx="1" type="body"/>
          </p:nvPr>
        </p:nvSpPr>
        <p:spPr>
          <a:xfrm>
            <a:off x="997974" y="5603317"/>
            <a:ext cx="11749547" cy="5944669"/>
          </a:xfrm>
          <a:prstGeom prst="rect">
            <a:avLst/>
          </a:prstGeom>
          <a:noFill/>
          <a:ln>
            <a:noFill/>
          </a:ln>
        </p:spPr>
        <p:txBody>
          <a:bodyPr anchorCtr="0" anchor="t" bIns="45700" lIns="91425" spcFirstLastPara="1" rIns="91425" wrap="square" tIns="45700">
            <a:noAutofit/>
          </a:bodyPr>
          <a:lstStyle/>
          <a:p>
            <a:pPr indent="-203200" lvl="0" marL="342900" rtl="0" algn="l">
              <a:lnSpc>
                <a:spcPct val="107000"/>
              </a:lnSpc>
              <a:spcBef>
                <a:spcPts val="0"/>
              </a:spcBef>
              <a:spcAft>
                <a:spcPts val="0"/>
              </a:spcAft>
              <a:buClr>
                <a:schemeClr val="dk2"/>
              </a:buClr>
              <a:buSzPts val="2200"/>
              <a:buFont typeface="Arial"/>
              <a:buNone/>
            </a:pPr>
            <a:r>
              <a:t/>
            </a:r>
            <a:endParaRPr b="1" sz="2200">
              <a:latin typeface="Times New Roman"/>
              <a:ea typeface="Times New Roman"/>
              <a:cs typeface="Times New Roman"/>
              <a:sym typeface="Times New Roman"/>
            </a:endParaRPr>
          </a:p>
          <a:p>
            <a:pPr indent="-203200" lvl="0" marL="342900" rtl="0" algn="l">
              <a:lnSpc>
                <a:spcPct val="107000"/>
              </a:lnSpc>
              <a:spcBef>
                <a:spcPts val="1000"/>
              </a:spcBef>
              <a:spcAft>
                <a:spcPts val="0"/>
              </a:spcAft>
              <a:buClr>
                <a:schemeClr val="dk2"/>
              </a:buClr>
              <a:buSzPts val="2200"/>
              <a:buFont typeface="Arial"/>
              <a:buNone/>
            </a:pPr>
            <a:r>
              <a:t/>
            </a:r>
            <a:endParaRPr sz="2200">
              <a:latin typeface="Arial"/>
              <a:ea typeface="Arial"/>
              <a:cs typeface="Arial"/>
              <a:sym typeface="Arial"/>
            </a:endParaRPr>
          </a:p>
          <a:p>
            <a:pPr indent="0" lvl="0" marL="685800" rtl="0" algn="l">
              <a:lnSpc>
                <a:spcPct val="107000"/>
              </a:lnSpc>
              <a:spcBef>
                <a:spcPts val="1000"/>
              </a:spcBef>
              <a:spcAft>
                <a:spcPts val="0"/>
              </a:spcAft>
              <a:buClr>
                <a:schemeClr val="dk2"/>
              </a:buClr>
              <a:buSzPts val="2200"/>
              <a:buFont typeface="Times New Roman"/>
              <a:buNone/>
            </a:pPr>
            <a:r>
              <a:rPr lang="en-US" sz="2200">
                <a:latin typeface="Times New Roman"/>
                <a:ea typeface="Times New Roman"/>
                <a:cs typeface="Times New Roman"/>
                <a:sym typeface="Times New Roman"/>
              </a:rPr>
              <a:t> </a:t>
            </a:r>
            <a:endParaRPr sz="2200">
              <a:latin typeface="Arial"/>
              <a:ea typeface="Arial"/>
              <a:cs typeface="Arial"/>
              <a:sym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 name="Shape 181"/>
        <p:cNvGrpSpPr/>
        <p:nvPr/>
      </p:nvGrpSpPr>
      <p:grpSpPr>
        <a:xfrm>
          <a:off x="0" y="0"/>
          <a:ext cx="0" cy="0"/>
          <a:chOff x="0" y="0"/>
          <a:chExt cx="0" cy="0"/>
        </a:xfrm>
      </p:grpSpPr>
      <p:sp>
        <p:nvSpPr>
          <p:cNvPr id="182" name="Google Shape;182;p11"/>
          <p:cNvSpPr txBox="1"/>
          <p:nvPr>
            <p:ph idx="1" type="body"/>
          </p:nvPr>
        </p:nvSpPr>
        <p:spPr>
          <a:xfrm>
            <a:off x="221226" y="88490"/>
            <a:ext cx="11749547" cy="6769510"/>
          </a:xfrm>
          <a:prstGeom prst="rect">
            <a:avLst/>
          </a:prstGeom>
          <a:noFill/>
          <a:ln>
            <a:noFill/>
          </a:ln>
        </p:spPr>
        <p:txBody>
          <a:bodyPr anchorCtr="0" anchor="t" bIns="45700" lIns="91425" spcFirstLastPara="1" rIns="91425" wrap="square" tIns="45700">
            <a:noAutofit/>
          </a:bodyPr>
          <a:lstStyle/>
          <a:p>
            <a:pPr indent="-457200" lvl="0" marL="457200" rtl="0" algn="l">
              <a:lnSpc>
                <a:spcPct val="107000"/>
              </a:lnSpc>
              <a:spcBef>
                <a:spcPts val="0"/>
              </a:spcBef>
              <a:spcAft>
                <a:spcPts val="0"/>
              </a:spcAft>
              <a:buClr>
                <a:schemeClr val="dk2"/>
              </a:buClr>
              <a:buSzPts val="1800"/>
              <a:buFont typeface="Arial"/>
              <a:buAutoNum type="arabicPeriod"/>
            </a:pPr>
            <a:r>
              <a:rPr lang="en-US" sz="1800">
                <a:latin typeface="Times New Roman"/>
                <a:ea typeface="Times New Roman"/>
                <a:cs typeface="Times New Roman"/>
                <a:sym typeface="Times New Roman"/>
              </a:rPr>
              <a:t>Fill in the blanks with the appropriate form of the words given below to make meaningful sentences</a:t>
            </a:r>
            <a:endParaRPr/>
          </a:p>
          <a:p>
            <a:pPr indent="0" lvl="2" marL="45720" rtl="0" algn="l">
              <a:lnSpc>
                <a:spcPct val="107000"/>
              </a:lnSpc>
              <a:spcBef>
                <a:spcPts val="1300"/>
              </a:spcBef>
              <a:spcAft>
                <a:spcPts val="0"/>
              </a:spcAft>
              <a:buClr>
                <a:schemeClr val="dk2"/>
              </a:buClr>
              <a:buSzPts val="2000"/>
              <a:buFont typeface="Times New Roman"/>
              <a:buNone/>
            </a:pPr>
            <a:r>
              <a:rPr lang="en-US" sz="2000">
                <a:latin typeface="Times New Roman"/>
                <a:ea typeface="Times New Roman"/>
                <a:cs typeface="Times New Roman"/>
                <a:sym typeface="Times New Roman"/>
              </a:rPr>
              <a:t>Expedition, casualty, perilous, cohort, exhibition, brink, attic, astute, qualm, skepticism </a:t>
            </a:r>
            <a:endParaRPr/>
          </a:p>
          <a:p>
            <a:pPr indent="0" lvl="2" marL="45720" rtl="0" algn="l">
              <a:lnSpc>
                <a:spcPct val="107000"/>
              </a:lnSpc>
              <a:spcBef>
                <a:spcPts val="1300"/>
              </a:spcBef>
              <a:spcAft>
                <a:spcPts val="0"/>
              </a:spcAft>
              <a:buClr>
                <a:schemeClr val="dk2"/>
              </a:buClr>
              <a:buSzPts val="2200"/>
              <a:buFont typeface="Arial"/>
              <a:buNone/>
            </a:pPr>
            <a:r>
              <a:t/>
            </a:r>
            <a:endParaRPr sz="2200">
              <a:latin typeface="Times New Roman"/>
              <a:ea typeface="Times New Roman"/>
              <a:cs typeface="Times New Roman"/>
              <a:sym typeface="Times New Roman"/>
            </a:endParaRPr>
          </a:p>
          <a:p>
            <a:pPr indent="-457200" lvl="2" marL="502919" rtl="0" algn="l">
              <a:lnSpc>
                <a:spcPct val="107000"/>
              </a:lnSpc>
              <a:spcBef>
                <a:spcPts val="1300"/>
              </a:spcBef>
              <a:spcAft>
                <a:spcPts val="0"/>
              </a:spcAft>
              <a:buClr>
                <a:schemeClr val="dk2"/>
              </a:buClr>
              <a:buSzPts val="2100"/>
              <a:buFont typeface="Times New Roman"/>
              <a:buAutoNum type="alphaLcPeriod"/>
            </a:pPr>
            <a:r>
              <a:rPr lang="en-US" sz="2100">
                <a:latin typeface="Times New Roman"/>
                <a:ea typeface="Times New Roman"/>
                <a:cs typeface="Times New Roman"/>
                <a:sym typeface="Times New Roman"/>
              </a:rPr>
              <a:t>She always takes calculated risk to choose her investments _____</a:t>
            </a:r>
            <a:endParaRPr/>
          </a:p>
          <a:p>
            <a:pPr indent="-457200" lvl="2" marL="502919" rtl="0" algn="l">
              <a:lnSpc>
                <a:spcPct val="107000"/>
              </a:lnSpc>
              <a:spcBef>
                <a:spcPts val="1300"/>
              </a:spcBef>
              <a:spcAft>
                <a:spcPts val="0"/>
              </a:spcAft>
              <a:buClr>
                <a:schemeClr val="dk2"/>
              </a:buClr>
              <a:buSzPts val="2100"/>
              <a:buFont typeface="Times New Roman"/>
              <a:buAutoNum type="alphaLcPeriod"/>
            </a:pPr>
            <a:r>
              <a:rPr lang="en-US" sz="2100">
                <a:latin typeface="Times New Roman"/>
                <a:ea typeface="Times New Roman"/>
                <a:cs typeface="Times New Roman"/>
                <a:sym typeface="Times New Roman"/>
              </a:rPr>
              <a:t>Despite the _______ state of the building, Varun decided to rent it out to tenants. </a:t>
            </a:r>
            <a:endParaRPr/>
          </a:p>
          <a:p>
            <a:pPr indent="-457200" lvl="2" marL="502919" rtl="0" algn="l">
              <a:lnSpc>
                <a:spcPct val="107000"/>
              </a:lnSpc>
              <a:spcBef>
                <a:spcPts val="1300"/>
              </a:spcBef>
              <a:spcAft>
                <a:spcPts val="0"/>
              </a:spcAft>
              <a:buClr>
                <a:schemeClr val="dk2"/>
              </a:buClr>
              <a:buSzPts val="2100"/>
              <a:buFont typeface="Times New Roman"/>
              <a:buAutoNum type="alphaLcPeriod"/>
            </a:pPr>
            <a:r>
              <a:rPr lang="en-US" sz="2100">
                <a:latin typeface="Times New Roman"/>
                <a:ea typeface="Times New Roman"/>
                <a:cs typeface="Times New Roman"/>
                <a:sym typeface="Times New Roman"/>
              </a:rPr>
              <a:t>My parents went on an ______ to Borneo.</a:t>
            </a:r>
            <a:endParaRPr/>
          </a:p>
          <a:p>
            <a:pPr indent="-457200" lvl="2" marL="502919" rtl="0" algn="l">
              <a:lnSpc>
                <a:spcPct val="107000"/>
              </a:lnSpc>
              <a:spcBef>
                <a:spcPts val="1300"/>
              </a:spcBef>
              <a:spcAft>
                <a:spcPts val="0"/>
              </a:spcAft>
              <a:buClr>
                <a:schemeClr val="dk2"/>
              </a:buClr>
              <a:buSzPts val="2100"/>
              <a:buFont typeface="Times New Roman"/>
              <a:buAutoNum type="alphaLcPeriod"/>
            </a:pPr>
            <a:r>
              <a:rPr lang="en-US" sz="2100">
                <a:latin typeface="Times New Roman"/>
                <a:ea typeface="Times New Roman"/>
                <a:cs typeface="Times New Roman"/>
                <a:sym typeface="Times New Roman"/>
              </a:rPr>
              <a:t>Ever since they got the new dinning table, the vintage dining table is in the _____ room. </a:t>
            </a:r>
            <a:endParaRPr/>
          </a:p>
          <a:p>
            <a:pPr indent="-457200" lvl="2" marL="502919" rtl="0" algn="l">
              <a:lnSpc>
                <a:spcPct val="107000"/>
              </a:lnSpc>
              <a:spcBef>
                <a:spcPts val="1300"/>
              </a:spcBef>
              <a:spcAft>
                <a:spcPts val="0"/>
              </a:spcAft>
              <a:buClr>
                <a:schemeClr val="dk2"/>
              </a:buClr>
              <a:buSzPts val="2100"/>
              <a:buFont typeface="Times New Roman"/>
              <a:buAutoNum type="alphaLcPeriod"/>
            </a:pPr>
            <a:r>
              <a:rPr lang="en-US" sz="2100">
                <a:latin typeface="Times New Roman"/>
                <a:ea typeface="Times New Roman"/>
                <a:cs typeface="Times New Roman"/>
                <a:sym typeface="Times New Roman"/>
              </a:rPr>
              <a:t>It is impossible to eliminate ______ during war. </a:t>
            </a:r>
            <a:endParaRPr/>
          </a:p>
          <a:p>
            <a:pPr indent="-457200" lvl="2" marL="502919" rtl="0" algn="l">
              <a:lnSpc>
                <a:spcPct val="107000"/>
              </a:lnSpc>
              <a:spcBef>
                <a:spcPts val="1300"/>
              </a:spcBef>
              <a:spcAft>
                <a:spcPts val="0"/>
              </a:spcAft>
              <a:buClr>
                <a:schemeClr val="dk2"/>
              </a:buClr>
              <a:buSzPts val="2100"/>
              <a:buFont typeface="Times New Roman"/>
              <a:buAutoNum type="alphaLcPeriod"/>
            </a:pPr>
            <a:r>
              <a:rPr lang="en-US" sz="2100">
                <a:latin typeface="Times New Roman"/>
                <a:ea typeface="Times New Roman"/>
                <a:cs typeface="Times New Roman"/>
                <a:sym typeface="Times New Roman"/>
              </a:rPr>
              <a:t>The Siberian tiger is on the _____ of extinction. </a:t>
            </a:r>
            <a:endParaRPr/>
          </a:p>
          <a:p>
            <a:pPr indent="-457200" lvl="2" marL="502919" rtl="0" algn="l">
              <a:lnSpc>
                <a:spcPct val="107000"/>
              </a:lnSpc>
              <a:spcBef>
                <a:spcPts val="1300"/>
              </a:spcBef>
              <a:spcAft>
                <a:spcPts val="0"/>
              </a:spcAft>
              <a:buClr>
                <a:schemeClr val="dk2"/>
              </a:buClr>
              <a:buSzPts val="2100"/>
              <a:buFont typeface="Times New Roman"/>
              <a:buAutoNum type="alphaLcPeriod"/>
            </a:pPr>
            <a:r>
              <a:rPr lang="en-US" sz="2100">
                <a:latin typeface="Times New Roman"/>
                <a:ea typeface="Times New Roman"/>
                <a:cs typeface="Times New Roman"/>
                <a:sym typeface="Times New Roman"/>
              </a:rPr>
              <a:t>The lure of career enhancement was more than enough to overcome any ethical _____ they might have.</a:t>
            </a:r>
            <a:endParaRPr/>
          </a:p>
          <a:p>
            <a:pPr indent="-457200" lvl="2" marL="502919" rtl="0" algn="l">
              <a:lnSpc>
                <a:spcPct val="107000"/>
              </a:lnSpc>
              <a:spcBef>
                <a:spcPts val="1300"/>
              </a:spcBef>
              <a:spcAft>
                <a:spcPts val="0"/>
              </a:spcAft>
              <a:buClr>
                <a:schemeClr val="dk2"/>
              </a:buClr>
              <a:buSzPts val="2100"/>
              <a:buFont typeface="Times New Roman"/>
              <a:buAutoNum type="alphaLcPeriod"/>
            </a:pPr>
            <a:r>
              <a:rPr lang="en-US" sz="2100">
                <a:latin typeface="Times New Roman"/>
                <a:ea typeface="Times New Roman"/>
                <a:cs typeface="Times New Roman"/>
                <a:sym typeface="Times New Roman"/>
              </a:rPr>
              <a:t>I am therefore ______that the introduced policy reform delivers meaningful results.</a:t>
            </a:r>
            <a:endParaRPr/>
          </a:p>
          <a:p>
            <a:pPr indent="-457200" lvl="2" marL="502919" rtl="0" algn="l">
              <a:lnSpc>
                <a:spcPct val="107000"/>
              </a:lnSpc>
              <a:spcBef>
                <a:spcPts val="1300"/>
              </a:spcBef>
              <a:spcAft>
                <a:spcPts val="0"/>
              </a:spcAft>
              <a:buClr>
                <a:schemeClr val="dk2"/>
              </a:buClr>
              <a:buSzPts val="2100"/>
              <a:buFont typeface="Times New Roman"/>
              <a:buAutoNum type="alphaLcPeriod"/>
            </a:pPr>
            <a:r>
              <a:rPr lang="en-US" sz="2100">
                <a:latin typeface="Times New Roman"/>
                <a:ea typeface="Times New Roman"/>
                <a:cs typeface="Times New Roman"/>
                <a:sym typeface="Times New Roman"/>
              </a:rPr>
              <a:t>This year’s _____ of graduates will have particular difficulties finding jobs.</a:t>
            </a:r>
            <a:endParaRPr/>
          </a:p>
          <a:p>
            <a:pPr indent="-457200" lvl="2" marL="502919" rtl="0" algn="l">
              <a:lnSpc>
                <a:spcPct val="107000"/>
              </a:lnSpc>
              <a:spcBef>
                <a:spcPts val="1300"/>
              </a:spcBef>
              <a:spcAft>
                <a:spcPts val="0"/>
              </a:spcAft>
              <a:buClr>
                <a:schemeClr val="dk2"/>
              </a:buClr>
              <a:buSzPts val="2100"/>
              <a:buFont typeface="Times New Roman"/>
              <a:buAutoNum type="alphaLcPeriod"/>
            </a:pPr>
            <a:r>
              <a:rPr lang="en-US" sz="2100">
                <a:latin typeface="Times New Roman"/>
                <a:ea typeface="Times New Roman"/>
                <a:cs typeface="Times New Roman"/>
                <a:sym typeface="Times New Roman"/>
              </a:rPr>
              <a:t>This is my first time witnessing a digital ________ of postcards. </a:t>
            </a:r>
            <a:endParaRPr/>
          </a:p>
          <a:p>
            <a:pPr indent="-317499" lvl="2" marL="502919" rtl="0" algn="l">
              <a:lnSpc>
                <a:spcPct val="107000"/>
              </a:lnSpc>
              <a:spcBef>
                <a:spcPts val="1300"/>
              </a:spcBef>
              <a:spcAft>
                <a:spcPts val="0"/>
              </a:spcAft>
              <a:buClr>
                <a:schemeClr val="dk2"/>
              </a:buClr>
              <a:buSzPts val="2200"/>
              <a:buFont typeface="Arial"/>
              <a:buNone/>
            </a:pPr>
            <a:r>
              <a:t/>
            </a:r>
            <a:endParaRPr sz="2200">
              <a:latin typeface="Times New Roman"/>
              <a:ea typeface="Times New Roman"/>
              <a:cs typeface="Times New Roman"/>
              <a:sym typeface="Times New Roman"/>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6" name="Shape 186"/>
        <p:cNvGrpSpPr/>
        <p:nvPr/>
      </p:nvGrpSpPr>
      <p:grpSpPr>
        <a:xfrm>
          <a:off x="0" y="0"/>
          <a:ext cx="0" cy="0"/>
          <a:chOff x="0" y="0"/>
          <a:chExt cx="0" cy="0"/>
        </a:xfrm>
      </p:grpSpPr>
      <p:sp>
        <p:nvSpPr>
          <p:cNvPr id="187" name="Google Shape;187;p12"/>
          <p:cNvSpPr txBox="1"/>
          <p:nvPr>
            <p:ph idx="1" type="body"/>
          </p:nvPr>
        </p:nvSpPr>
        <p:spPr>
          <a:xfrm>
            <a:off x="221226" y="88490"/>
            <a:ext cx="11749547" cy="6769510"/>
          </a:xfrm>
          <a:prstGeom prst="rect">
            <a:avLst/>
          </a:prstGeom>
          <a:noFill/>
          <a:ln>
            <a:noFill/>
          </a:ln>
        </p:spPr>
        <p:txBody>
          <a:bodyPr anchorCtr="0" anchor="t" bIns="45700" lIns="91425" spcFirstLastPara="1" rIns="91425" wrap="square" tIns="45700">
            <a:noAutofit/>
          </a:bodyPr>
          <a:lstStyle/>
          <a:p>
            <a:pPr indent="-457200" lvl="0" marL="457200" rtl="0" algn="l">
              <a:lnSpc>
                <a:spcPct val="107000"/>
              </a:lnSpc>
              <a:spcBef>
                <a:spcPts val="0"/>
              </a:spcBef>
              <a:spcAft>
                <a:spcPts val="0"/>
              </a:spcAft>
              <a:buClr>
                <a:schemeClr val="dk2"/>
              </a:buClr>
              <a:buSzPts val="2000"/>
              <a:buFont typeface="Times New Roman"/>
              <a:buAutoNum type="arabicPeriod" startAt="2"/>
            </a:pPr>
            <a:r>
              <a:rPr lang="en-US">
                <a:latin typeface="Times New Roman"/>
                <a:ea typeface="Times New Roman"/>
                <a:cs typeface="Times New Roman"/>
                <a:sym typeface="Times New Roman"/>
              </a:rPr>
              <a:t>The following sentences have one word each that has been misplaced. Identify the word and put them in their correct place to form meaningful sentences</a:t>
            </a:r>
            <a:endParaRPr sz="2300">
              <a:latin typeface="Times New Roman"/>
              <a:ea typeface="Times New Roman"/>
              <a:cs typeface="Times New Roman"/>
              <a:sym typeface="Times New Roman"/>
            </a:endParaRPr>
          </a:p>
          <a:p>
            <a:pPr indent="0" lvl="2" marL="45720" rtl="0" algn="l">
              <a:lnSpc>
                <a:spcPct val="107000"/>
              </a:lnSpc>
              <a:spcBef>
                <a:spcPts val="1300"/>
              </a:spcBef>
              <a:spcAft>
                <a:spcPts val="0"/>
              </a:spcAft>
              <a:buClr>
                <a:schemeClr val="dk2"/>
              </a:buClr>
              <a:buSzPts val="2300"/>
              <a:buFont typeface="Times New Roman"/>
              <a:buNone/>
            </a:pPr>
            <a:r>
              <a:rPr lang="en-US" sz="2300">
                <a:latin typeface="Times New Roman"/>
                <a:ea typeface="Times New Roman"/>
                <a:cs typeface="Times New Roman"/>
                <a:sym typeface="Times New Roman"/>
              </a:rPr>
              <a:t>a. Between November 1929 and February 1930, he kept an excavation</a:t>
            </a:r>
            <a:endParaRPr/>
          </a:p>
          <a:p>
            <a:pPr indent="0" lvl="2" marL="45720" rtl="0" algn="l">
              <a:lnSpc>
                <a:spcPct val="107000"/>
              </a:lnSpc>
              <a:spcBef>
                <a:spcPts val="1300"/>
              </a:spcBef>
              <a:spcAft>
                <a:spcPts val="0"/>
              </a:spcAft>
              <a:buClr>
                <a:schemeClr val="dk2"/>
              </a:buClr>
              <a:buSzPts val="2300"/>
              <a:buFont typeface="Times New Roman"/>
              <a:buNone/>
            </a:pPr>
            <a:r>
              <a:rPr lang="en-US" sz="2300">
                <a:latin typeface="Times New Roman"/>
                <a:ea typeface="Times New Roman"/>
                <a:cs typeface="Times New Roman"/>
                <a:sym typeface="Times New Roman"/>
              </a:rPr>
              <a:t>b. The theatre has laid off staff because of perennial cuts</a:t>
            </a:r>
            <a:endParaRPr i="1" sz="2300">
              <a:latin typeface="Times New Roman"/>
              <a:ea typeface="Times New Roman"/>
              <a:cs typeface="Times New Roman"/>
              <a:sym typeface="Times New Roman"/>
            </a:endParaRPr>
          </a:p>
          <a:p>
            <a:pPr indent="0" lvl="2" marL="45720" rtl="0" algn="l">
              <a:lnSpc>
                <a:spcPct val="107000"/>
              </a:lnSpc>
              <a:spcBef>
                <a:spcPts val="1300"/>
              </a:spcBef>
              <a:spcAft>
                <a:spcPts val="0"/>
              </a:spcAft>
              <a:buClr>
                <a:schemeClr val="dk2"/>
              </a:buClr>
              <a:buSzPts val="2300"/>
              <a:buFont typeface="Times New Roman"/>
              <a:buNone/>
            </a:pPr>
            <a:r>
              <a:rPr lang="en-US" sz="2300">
                <a:latin typeface="Times New Roman"/>
                <a:ea typeface="Times New Roman"/>
                <a:cs typeface="Times New Roman"/>
                <a:sym typeface="Times New Roman"/>
              </a:rPr>
              <a:t>c. Perhaps the results of future diary will shed some light on our discovery and the historical records</a:t>
            </a:r>
            <a:endParaRPr/>
          </a:p>
          <a:p>
            <a:pPr indent="0" lvl="2" marL="45720" rtl="0" algn="l">
              <a:lnSpc>
                <a:spcPct val="107000"/>
              </a:lnSpc>
              <a:spcBef>
                <a:spcPts val="1300"/>
              </a:spcBef>
              <a:spcAft>
                <a:spcPts val="0"/>
              </a:spcAft>
              <a:buClr>
                <a:schemeClr val="dk2"/>
              </a:buClr>
              <a:buSzPts val="2300"/>
              <a:buFont typeface="Times New Roman"/>
              <a:buNone/>
            </a:pPr>
            <a:r>
              <a:rPr lang="en-US" sz="2300">
                <a:latin typeface="Times New Roman"/>
                <a:ea typeface="Times New Roman"/>
                <a:cs typeface="Times New Roman"/>
                <a:sym typeface="Times New Roman"/>
              </a:rPr>
              <a:t>d. The Siberian tiger is on the</a:t>
            </a:r>
            <a:r>
              <a:rPr i="1" lang="en-US" sz="2300">
                <a:latin typeface="Times New Roman"/>
                <a:ea typeface="Times New Roman"/>
                <a:cs typeface="Times New Roman"/>
                <a:sym typeface="Times New Roman"/>
              </a:rPr>
              <a:t> </a:t>
            </a:r>
            <a:r>
              <a:rPr lang="en-US" sz="2300">
                <a:latin typeface="Times New Roman"/>
                <a:ea typeface="Times New Roman"/>
                <a:cs typeface="Times New Roman"/>
                <a:sym typeface="Times New Roman"/>
              </a:rPr>
              <a:t>doubt of extinction. </a:t>
            </a:r>
            <a:endParaRPr/>
          </a:p>
          <a:p>
            <a:pPr indent="0" lvl="2" marL="45720" rtl="0" algn="l">
              <a:lnSpc>
                <a:spcPct val="107000"/>
              </a:lnSpc>
              <a:spcBef>
                <a:spcPts val="1300"/>
              </a:spcBef>
              <a:spcAft>
                <a:spcPts val="0"/>
              </a:spcAft>
              <a:buClr>
                <a:schemeClr val="dk2"/>
              </a:buClr>
              <a:buSzPts val="2300"/>
              <a:buFont typeface="Times New Roman"/>
              <a:buNone/>
            </a:pPr>
            <a:r>
              <a:rPr lang="en-US" sz="2300">
                <a:latin typeface="Times New Roman"/>
                <a:ea typeface="Times New Roman"/>
                <a:cs typeface="Times New Roman"/>
                <a:sym typeface="Times New Roman"/>
              </a:rPr>
              <a:t>e. There's no budget that one day a cure for cancer will be found. </a:t>
            </a:r>
            <a:endParaRPr/>
          </a:p>
          <a:p>
            <a:pPr indent="0" lvl="2" marL="45720" rtl="0" algn="l">
              <a:lnSpc>
                <a:spcPct val="107000"/>
              </a:lnSpc>
              <a:spcBef>
                <a:spcPts val="1300"/>
              </a:spcBef>
              <a:spcAft>
                <a:spcPts val="0"/>
              </a:spcAft>
              <a:buClr>
                <a:schemeClr val="dk2"/>
              </a:buClr>
              <a:buSzPts val="2300"/>
              <a:buFont typeface="Times New Roman"/>
              <a:buNone/>
            </a:pPr>
            <a:r>
              <a:rPr lang="en-US" sz="2300">
                <a:latin typeface="Times New Roman"/>
                <a:ea typeface="Times New Roman"/>
                <a:cs typeface="Times New Roman"/>
                <a:sym typeface="Times New Roman"/>
              </a:rPr>
              <a:t>f. The issue between science and art is of edge interest to me</a:t>
            </a:r>
            <a:endParaRPr/>
          </a:p>
          <a:p>
            <a:pPr indent="0" lvl="2" marL="45720" rtl="0" algn="l">
              <a:lnSpc>
                <a:spcPct val="107000"/>
              </a:lnSpc>
              <a:spcBef>
                <a:spcPts val="1300"/>
              </a:spcBef>
              <a:spcAft>
                <a:spcPts val="0"/>
              </a:spcAft>
              <a:buClr>
                <a:schemeClr val="dk2"/>
              </a:buClr>
              <a:buSzPts val="2300"/>
              <a:buFont typeface="Times New Roman"/>
              <a:buNone/>
            </a:pPr>
            <a:r>
              <a:rPr lang="en-US" sz="2300">
                <a:latin typeface="Times New Roman"/>
                <a:ea typeface="Times New Roman"/>
                <a:cs typeface="Times New Roman"/>
                <a:sym typeface="Times New Roman"/>
              </a:rPr>
              <a:t>g. Food production is still increasing faster than loan.</a:t>
            </a:r>
            <a:endParaRPr/>
          </a:p>
          <a:p>
            <a:pPr indent="0" lvl="2" marL="45720" rtl="0" algn="l">
              <a:lnSpc>
                <a:spcPct val="107000"/>
              </a:lnSpc>
              <a:spcBef>
                <a:spcPts val="1300"/>
              </a:spcBef>
              <a:spcAft>
                <a:spcPts val="0"/>
              </a:spcAft>
              <a:buClr>
                <a:schemeClr val="dk2"/>
              </a:buClr>
              <a:buSzPts val="2300"/>
              <a:buFont typeface="Times New Roman"/>
              <a:buNone/>
            </a:pPr>
            <a:r>
              <a:rPr lang="en-US" sz="2300">
                <a:latin typeface="Times New Roman"/>
                <a:ea typeface="Times New Roman"/>
                <a:cs typeface="Times New Roman"/>
                <a:sym typeface="Times New Roman"/>
              </a:rPr>
              <a:t>h. The bank offered him a failure of £15,000 to set up a business.</a:t>
            </a:r>
            <a:endParaRPr/>
          </a:p>
          <a:p>
            <a:pPr indent="0" lvl="2" marL="45720" rtl="0" algn="l">
              <a:lnSpc>
                <a:spcPct val="107000"/>
              </a:lnSpc>
              <a:spcBef>
                <a:spcPts val="1300"/>
              </a:spcBef>
              <a:spcAft>
                <a:spcPts val="0"/>
              </a:spcAft>
              <a:buClr>
                <a:schemeClr val="dk2"/>
              </a:buClr>
              <a:buSzPts val="2300"/>
              <a:buFont typeface="Times New Roman"/>
              <a:buNone/>
            </a:pPr>
            <a:r>
              <a:rPr lang="en-US" sz="2300">
                <a:latin typeface="Times New Roman"/>
                <a:ea typeface="Times New Roman"/>
                <a:cs typeface="Times New Roman"/>
                <a:sym typeface="Times New Roman"/>
              </a:rPr>
              <a:t>i. The wage of the peace talks has caused demonstrations on the streets. </a:t>
            </a:r>
            <a:endParaRPr/>
          </a:p>
          <a:p>
            <a:pPr indent="0" lvl="2" marL="45720" rtl="0" algn="l">
              <a:lnSpc>
                <a:spcPct val="107000"/>
              </a:lnSpc>
              <a:spcBef>
                <a:spcPts val="1300"/>
              </a:spcBef>
              <a:spcAft>
                <a:spcPts val="0"/>
              </a:spcAft>
              <a:buClr>
                <a:schemeClr val="dk2"/>
              </a:buClr>
              <a:buSzPts val="2300"/>
              <a:buFont typeface="Times New Roman"/>
              <a:buNone/>
            </a:pPr>
            <a:r>
              <a:rPr lang="en-US" sz="2300">
                <a:latin typeface="Times New Roman"/>
                <a:ea typeface="Times New Roman"/>
                <a:cs typeface="Times New Roman"/>
                <a:sym typeface="Times New Roman"/>
              </a:rPr>
              <a:t>j.  In the past the average demand of women workers was two-thirds that of men. </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1" name="Shape 191"/>
        <p:cNvGrpSpPr/>
        <p:nvPr/>
      </p:nvGrpSpPr>
      <p:grpSpPr>
        <a:xfrm>
          <a:off x="0" y="0"/>
          <a:ext cx="0" cy="0"/>
          <a:chOff x="0" y="0"/>
          <a:chExt cx="0" cy="0"/>
        </a:xfrm>
      </p:grpSpPr>
      <p:sp>
        <p:nvSpPr>
          <p:cNvPr id="192" name="Google Shape;192;p13"/>
          <p:cNvSpPr txBox="1"/>
          <p:nvPr>
            <p:ph type="title"/>
          </p:nvPr>
        </p:nvSpPr>
        <p:spPr>
          <a:xfrm>
            <a:off x="3785493" y="2751483"/>
            <a:ext cx="4621011" cy="1355033"/>
          </a:xfrm>
          <a:prstGeom prst="rect">
            <a:avLst/>
          </a:prstGeom>
          <a:solidFill>
            <a:srgbClr val="C9ABE3"/>
          </a:solidFill>
          <a:ln cap="flat" cmpd="sng" w="9525">
            <a:solidFill>
              <a:srgbClr val="002060"/>
            </a:solidFill>
            <a:prstDash val="solid"/>
            <a:round/>
            <a:headEnd len="sm" w="sm" type="none"/>
            <a:tailEnd len="sm" w="sm" type="none"/>
          </a:ln>
        </p:spPr>
        <p:txBody>
          <a:bodyPr anchorCtr="0" anchor="b" bIns="45700" lIns="91425" spcFirstLastPara="1" rIns="91425" wrap="square" tIns="45700">
            <a:noAutofit/>
          </a:bodyPr>
          <a:lstStyle/>
          <a:p>
            <a:pPr indent="0" lvl="0" marL="0" rtl="0" algn="ctr">
              <a:lnSpc>
                <a:spcPct val="110000"/>
              </a:lnSpc>
              <a:spcBef>
                <a:spcPts val="0"/>
              </a:spcBef>
              <a:spcAft>
                <a:spcPts val="0"/>
              </a:spcAft>
              <a:buClr>
                <a:schemeClr val="dk2"/>
              </a:buClr>
              <a:buSzPts val="8000"/>
              <a:buFont typeface="Bell MT"/>
              <a:buNone/>
            </a:pPr>
            <a:r>
              <a:rPr b="1" lang="en-US" sz="8000">
                <a:latin typeface="Bell MT"/>
                <a:ea typeface="Bell MT"/>
                <a:cs typeface="Bell MT"/>
                <a:sym typeface="Bell MT"/>
              </a:rPr>
              <a:t>Answers</a:t>
            </a:r>
            <a:endParaRPr/>
          </a:p>
        </p:txBody>
      </p:sp>
      <p:sp>
        <p:nvSpPr>
          <p:cNvPr id="193" name="Google Shape;193;p13"/>
          <p:cNvSpPr txBox="1"/>
          <p:nvPr>
            <p:ph idx="1" type="body"/>
          </p:nvPr>
        </p:nvSpPr>
        <p:spPr>
          <a:xfrm>
            <a:off x="221226" y="815008"/>
            <a:ext cx="11749547" cy="5944669"/>
          </a:xfrm>
          <a:prstGeom prst="rect">
            <a:avLst/>
          </a:prstGeom>
          <a:noFill/>
          <a:ln>
            <a:noFill/>
          </a:ln>
        </p:spPr>
        <p:txBody>
          <a:bodyPr anchorCtr="0" anchor="t" bIns="45700" lIns="91425" spcFirstLastPara="1" rIns="91425" wrap="square" tIns="45700">
            <a:noAutofit/>
          </a:bodyPr>
          <a:lstStyle/>
          <a:p>
            <a:pPr indent="-203200" lvl="0" marL="342900" rtl="0" algn="l">
              <a:lnSpc>
                <a:spcPct val="107000"/>
              </a:lnSpc>
              <a:spcBef>
                <a:spcPts val="0"/>
              </a:spcBef>
              <a:spcAft>
                <a:spcPts val="0"/>
              </a:spcAft>
              <a:buClr>
                <a:schemeClr val="dk2"/>
              </a:buClr>
              <a:buSzPts val="2200"/>
              <a:buFont typeface="Arial"/>
              <a:buNone/>
            </a:pPr>
            <a:r>
              <a:t/>
            </a:r>
            <a:endParaRPr b="1" sz="2200">
              <a:latin typeface="Times New Roman"/>
              <a:ea typeface="Times New Roman"/>
              <a:cs typeface="Times New Roman"/>
              <a:sym typeface="Times New Roman"/>
            </a:endParaRPr>
          </a:p>
          <a:p>
            <a:pPr indent="-203200" lvl="0" marL="342900" rtl="0" algn="l">
              <a:lnSpc>
                <a:spcPct val="107000"/>
              </a:lnSpc>
              <a:spcBef>
                <a:spcPts val="1000"/>
              </a:spcBef>
              <a:spcAft>
                <a:spcPts val="0"/>
              </a:spcAft>
              <a:buClr>
                <a:schemeClr val="dk2"/>
              </a:buClr>
              <a:buSzPts val="2200"/>
              <a:buFont typeface="Arial"/>
              <a:buNone/>
            </a:pPr>
            <a:r>
              <a:t/>
            </a:r>
            <a:endParaRPr sz="2200">
              <a:latin typeface="Arial"/>
              <a:ea typeface="Arial"/>
              <a:cs typeface="Arial"/>
              <a:sym typeface="Arial"/>
            </a:endParaRPr>
          </a:p>
          <a:p>
            <a:pPr indent="0" lvl="0" marL="685800" rtl="0" algn="l">
              <a:lnSpc>
                <a:spcPct val="107000"/>
              </a:lnSpc>
              <a:spcBef>
                <a:spcPts val="1000"/>
              </a:spcBef>
              <a:spcAft>
                <a:spcPts val="0"/>
              </a:spcAft>
              <a:buClr>
                <a:schemeClr val="dk2"/>
              </a:buClr>
              <a:buSzPts val="2200"/>
              <a:buFont typeface="Times New Roman"/>
              <a:buNone/>
            </a:pPr>
            <a:r>
              <a:rPr lang="en-US" sz="2200">
                <a:latin typeface="Times New Roman"/>
                <a:ea typeface="Times New Roman"/>
                <a:cs typeface="Times New Roman"/>
                <a:sym typeface="Times New Roman"/>
              </a:rPr>
              <a:t> </a:t>
            </a:r>
            <a:endParaRPr sz="2200">
              <a:latin typeface="Arial"/>
              <a:ea typeface="Arial"/>
              <a:cs typeface="Arial"/>
              <a:sym typeface="Aria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7" name="Shape 197"/>
        <p:cNvGrpSpPr/>
        <p:nvPr/>
      </p:nvGrpSpPr>
      <p:grpSpPr>
        <a:xfrm>
          <a:off x="0" y="0"/>
          <a:ext cx="0" cy="0"/>
          <a:chOff x="0" y="0"/>
          <a:chExt cx="0" cy="0"/>
        </a:xfrm>
      </p:grpSpPr>
      <p:sp>
        <p:nvSpPr>
          <p:cNvPr id="198" name="Google Shape;198;p14"/>
          <p:cNvSpPr txBox="1"/>
          <p:nvPr>
            <p:ph idx="1" type="body"/>
          </p:nvPr>
        </p:nvSpPr>
        <p:spPr>
          <a:xfrm>
            <a:off x="221226" y="88490"/>
            <a:ext cx="11749547" cy="6769510"/>
          </a:xfrm>
          <a:prstGeom prst="rect">
            <a:avLst/>
          </a:prstGeom>
          <a:noFill/>
          <a:ln>
            <a:noFill/>
          </a:ln>
        </p:spPr>
        <p:txBody>
          <a:bodyPr anchorCtr="0" anchor="t" bIns="45700" lIns="91425" spcFirstLastPara="1" rIns="91425" wrap="square" tIns="45700">
            <a:noAutofit/>
          </a:bodyPr>
          <a:lstStyle/>
          <a:p>
            <a:pPr indent="-457200" lvl="0" marL="457200" rtl="0" algn="l">
              <a:lnSpc>
                <a:spcPct val="107000"/>
              </a:lnSpc>
              <a:spcBef>
                <a:spcPts val="0"/>
              </a:spcBef>
              <a:spcAft>
                <a:spcPts val="0"/>
              </a:spcAft>
              <a:buClr>
                <a:schemeClr val="dk2"/>
              </a:buClr>
              <a:buSzPts val="1800"/>
              <a:buFont typeface="Arial"/>
              <a:buAutoNum type="arabicPeriod"/>
            </a:pPr>
            <a:r>
              <a:rPr lang="en-US" sz="1800">
                <a:latin typeface="Times New Roman"/>
                <a:ea typeface="Times New Roman"/>
                <a:cs typeface="Times New Roman"/>
                <a:sym typeface="Times New Roman"/>
              </a:rPr>
              <a:t>Fill in the blanks with the appropriate form of the words given below to make meaningful sentences</a:t>
            </a:r>
            <a:endParaRPr/>
          </a:p>
          <a:p>
            <a:pPr indent="0" lvl="2" marL="45720" rtl="0" algn="l">
              <a:lnSpc>
                <a:spcPct val="107000"/>
              </a:lnSpc>
              <a:spcBef>
                <a:spcPts val="1300"/>
              </a:spcBef>
              <a:spcAft>
                <a:spcPts val="0"/>
              </a:spcAft>
              <a:buClr>
                <a:schemeClr val="dk2"/>
              </a:buClr>
              <a:buSzPts val="2200"/>
              <a:buFont typeface="Arial"/>
              <a:buNone/>
            </a:pPr>
            <a:r>
              <a:t/>
            </a:r>
            <a:endParaRPr sz="2200">
              <a:latin typeface="Times New Roman"/>
              <a:ea typeface="Times New Roman"/>
              <a:cs typeface="Times New Roman"/>
              <a:sym typeface="Times New Roman"/>
            </a:endParaRPr>
          </a:p>
          <a:p>
            <a:pPr indent="-457200" lvl="2" marL="502919" rtl="0" algn="l">
              <a:lnSpc>
                <a:spcPct val="107000"/>
              </a:lnSpc>
              <a:spcBef>
                <a:spcPts val="1300"/>
              </a:spcBef>
              <a:spcAft>
                <a:spcPts val="0"/>
              </a:spcAft>
              <a:buClr>
                <a:schemeClr val="dk2"/>
              </a:buClr>
              <a:buSzPts val="2100"/>
              <a:buFont typeface="Times New Roman"/>
              <a:buAutoNum type="alphaLcPeriod"/>
            </a:pPr>
            <a:r>
              <a:rPr lang="en-US" sz="2100">
                <a:latin typeface="Times New Roman"/>
                <a:ea typeface="Times New Roman"/>
                <a:cs typeface="Times New Roman"/>
                <a:sym typeface="Times New Roman"/>
              </a:rPr>
              <a:t>She always takes calculated risk to choose her investments </a:t>
            </a:r>
            <a:r>
              <a:rPr b="1" lang="en-US" sz="2100">
                <a:latin typeface="Times New Roman"/>
                <a:ea typeface="Times New Roman"/>
                <a:cs typeface="Times New Roman"/>
                <a:sym typeface="Times New Roman"/>
              </a:rPr>
              <a:t>astutely</a:t>
            </a:r>
            <a:endParaRPr sz="2100">
              <a:latin typeface="Times New Roman"/>
              <a:ea typeface="Times New Roman"/>
              <a:cs typeface="Times New Roman"/>
              <a:sym typeface="Times New Roman"/>
            </a:endParaRPr>
          </a:p>
          <a:p>
            <a:pPr indent="-457200" lvl="2" marL="502919" rtl="0" algn="l">
              <a:lnSpc>
                <a:spcPct val="107000"/>
              </a:lnSpc>
              <a:spcBef>
                <a:spcPts val="1300"/>
              </a:spcBef>
              <a:spcAft>
                <a:spcPts val="0"/>
              </a:spcAft>
              <a:buClr>
                <a:schemeClr val="dk2"/>
              </a:buClr>
              <a:buSzPts val="2100"/>
              <a:buFont typeface="Times New Roman"/>
              <a:buAutoNum type="alphaLcPeriod"/>
            </a:pPr>
            <a:r>
              <a:rPr lang="en-US" sz="2100">
                <a:latin typeface="Times New Roman"/>
                <a:ea typeface="Times New Roman"/>
                <a:cs typeface="Times New Roman"/>
                <a:sym typeface="Times New Roman"/>
              </a:rPr>
              <a:t>Despite the </a:t>
            </a:r>
            <a:r>
              <a:rPr b="1" lang="en-US" sz="2100">
                <a:latin typeface="Times New Roman"/>
                <a:ea typeface="Times New Roman"/>
                <a:cs typeface="Times New Roman"/>
                <a:sym typeface="Times New Roman"/>
              </a:rPr>
              <a:t>perilous </a:t>
            </a:r>
            <a:r>
              <a:rPr lang="en-US" sz="2100">
                <a:latin typeface="Times New Roman"/>
                <a:ea typeface="Times New Roman"/>
                <a:cs typeface="Times New Roman"/>
                <a:sym typeface="Times New Roman"/>
              </a:rPr>
              <a:t>state of the building, Varun decided to rent it out to tenants. </a:t>
            </a:r>
            <a:endParaRPr/>
          </a:p>
          <a:p>
            <a:pPr indent="-457200" lvl="2" marL="502919" rtl="0" algn="l">
              <a:lnSpc>
                <a:spcPct val="107000"/>
              </a:lnSpc>
              <a:spcBef>
                <a:spcPts val="1300"/>
              </a:spcBef>
              <a:spcAft>
                <a:spcPts val="0"/>
              </a:spcAft>
              <a:buClr>
                <a:schemeClr val="dk2"/>
              </a:buClr>
              <a:buSzPts val="2100"/>
              <a:buFont typeface="Times New Roman"/>
              <a:buAutoNum type="alphaLcPeriod"/>
            </a:pPr>
            <a:r>
              <a:rPr lang="en-US" sz="2100">
                <a:latin typeface="Times New Roman"/>
                <a:ea typeface="Times New Roman"/>
                <a:cs typeface="Times New Roman"/>
                <a:sym typeface="Times New Roman"/>
              </a:rPr>
              <a:t>My parents went on an </a:t>
            </a:r>
            <a:r>
              <a:rPr b="1" lang="en-US" sz="2100">
                <a:latin typeface="Times New Roman"/>
                <a:ea typeface="Times New Roman"/>
                <a:cs typeface="Times New Roman"/>
                <a:sym typeface="Times New Roman"/>
              </a:rPr>
              <a:t>expedition </a:t>
            </a:r>
            <a:r>
              <a:rPr lang="en-US" sz="2100">
                <a:latin typeface="Times New Roman"/>
                <a:ea typeface="Times New Roman"/>
                <a:cs typeface="Times New Roman"/>
                <a:sym typeface="Times New Roman"/>
              </a:rPr>
              <a:t>to Borneo.</a:t>
            </a:r>
            <a:endParaRPr/>
          </a:p>
          <a:p>
            <a:pPr indent="-457200" lvl="2" marL="502919" rtl="0" algn="l">
              <a:lnSpc>
                <a:spcPct val="107000"/>
              </a:lnSpc>
              <a:spcBef>
                <a:spcPts val="1300"/>
              </a:spcBef>
              <a:spcAft>
                <a:spcPts val="0"/>
              </a:spcAft>
              <a:buClr>
                <a:schemeClr val="dk2"/>
              </a:buClr>
              <a:buSzPts val="2100"/>
              <a:buFont typeface="Times New Roman"/>
              <a:buAutoNum type="alphaLcPeriod"/>
            </a:pPr>
            <a:r>
              <a:rPr lang="en-US" sz="2100">
                <a:latin typeface="Times New Roman"/>
                <a:ea typeface="Times New Roman"/>
                <a:cs typeface="Times New Roman"/>
                <a:sym typeface="Times New Roman"/>
              </a:rPr>
              <a:t>Ever since they got the new dinning table, the vintage dining table is in the </a:t>
            </a:r>
            <a:r>
              <a:rPr b="1" lang="en-US" sz="2100">
                <a:latin typeface="Times New Roman"/>
                <a:ea typeface="Times New Roman"/>
                <a:cs typeface="Times New Roman"/>
                <a:sym typeface="Times New Roman"/>
              </a:rPr>
              <a:t>attic</a:t>
            </a:r>
            <a:r>
              <a:rPr lang="en-US" sz="2100">
                <a:latin typeface="Times New Roman"/>
                <a:ea typeface="Times New Roman"/>
                <a:cs typeface="Times New Roman"/>
                <a:sym typeface="Times New Roman"/>
              </a:rPr>
              <a:t> room. </a:t>
            </a:r>
            <a:endParaRPr/>
          </a:p>
          <a:p>
            <a:pPr indent="-457200" lvl="2" marL="502919" rtl="0" algn="l">
              <a:lnSpc>
                <a:spcPct val="107000"/>
              </a:lnSpc>
              <a:spcBef>
                <a:spcPts val="1300"/>
              </a:spcBef>
              <a:spcAft>
                <a:spcPts val="0"/>
              </a:spcAft>
              <a:buClr>
                <a:schemeClr val="dk2"/>
              </a:buClr>
              <a:buSzPts val="2100"/>
              <a:buFont typeface="Times New Roman"/>
              <a:buAutoNum type="alphaLcPeriod"/>
            </a:pPr>
            <a:r>
              <a:rPr lang="en-US" sz="2100">
                <a:latin typeface="Times New Roman"/>
                <a:ea typeface="Times New Roman"/>
                <a:cs typeface="Times New Roman"/>
                <a:sym typeface="Times New Roman"/>
              </a:rPr>
              <a:t>It is impossible to eliminate </a:t>
            </a:r>
            <a:r>
              <a:rPr b="1" lang="en-US" sz="2100">
                <a:latin typeface="Times New Roman"/>
                <a:ea typeface="Times New Roman"/>
                <a:cs typeface="Times New Roman"/>
                <a:sym typeface="Times New Roman"/>
              </a:rPr>
              <a:t>causalities</a:t>
            </a:r>
            <a:r>
              <a:rPr lang="en-US" sz="2100">
                <a:latin typeface="Times New Roman"/>
                <a:ea typeface="Times New Roman"/>
                <a:cs typeface="Times New Roman"/>
                <a:sym typeface="Times New Roman"/>
              </a:rPr>
              <a:t> during war. </a:t>
            </a:r>
            <a:endParaRPr/>
          </a:p>
          <a:p>
            <a:pPr indent="-457200" lvl="2" marL="502919" rtl="0" algn="l">
              <a:lnSpc>
                <a:spcPct val="107000"/>
              </a:lnSpc>
              <a:spcBef>
                <a:spcPts val="1300"/>
              </a:spcBef>
              <a:spcAft>
                <a:spcPts val="0"/>
              </a:spcAft>
              <a:buClr>
                <a:schemeClr val="dk2"/>
              </a:buClr>
              <a:buSzPts val="2100"/>
              <a:buFont typeface="Times New Roman"/>
              <a:buAutoNum type="alphaLcPeriod"/>
            </a:pPr>
            <a:r>
              <a:rPr lang="en-US" sz="2100">
                <a:latin typeface="Times New Roman"/>
                <a:ea typeface="Times New Roman"/>
                <a:cs typeface="Times New Roman"/>
                <a:sym typeface="Times New Roman"/>
              </a:rPr>
              <a:t>The Siberian tiger is on the </a:t>
            </a:r>
            <a:r>
              <a:rPr b="1" lang="en-US" sz="2100">
                <a:latin typeface="Times New Roman"/>
                <a:ea typeface="Times New Roman"/>
                <a:cs typeface="Times New Roman"/>
                <a:sym typeface="Times New Roman"/>
              </a:rPr>
              <a:t>brink </a:t>
            </a:r>
            <a:r>
              <a:rPr lang="en-US" sz="2100">
                <a:latin typeface="Times New Roman"/>
                <a:ea typeface="Times New Roman"/>
                <a:cs typeface="Times New Roman"/>
                <a:sym typeface="Times New Roman"/>
              </a:rPr>
              <a:t>of extinction. </a:t>
            </a:r>
            <a:endParaRPr/>
          </a:p>
          <a:p>
            <a:pPr indent="-457200" lvl="2" marL="502919" rtl="0" algn="l">
              <a:lnSpc>
                <a:spcPct val="107000"/>
              </a:lnSpc>
              <a:spcBef>
                <a:spcPts val="1300"/>
              </a:spcBef>
              <a:spcAft>
                <a:spcPts val="0"/>
              </a:spcAft>
              <a:buClr>
                <a:schemeClr val="dk2"/>
              </a:buClr>
              <a:buSzPts val="2100"/>
              <a:buFont typeface="Times New Roman"/>
              <a:buAutoNum type="alphaLcPeriod"/>
            </a:pPr>
            <a:r>
              <a:rPr lang="en-US" sz="2100">
                <a:latin typeface="Times New Roman"/>
                <a:ea typeface="Times New Roman"/>
                <a:cs typeface="Times New Roman"/>
                <a:sym typeface="Times New Roman"/>
              </a:rPr>
              <a:t>The lure of career enhancement was more than enough to overcome any ethical </a:t>
            </a:r>
            <a:r>
              <a:rPr b="1" lang="en-US" sz="2100">
                <a:latin typeface="Times New Roman"/>
                <a:ea typeface="Times New Roman"/>
                <a:cs typeface="Times New Roman"/>
                <a:sym typeface="Times New Roman"/>
              </a:rPr>
              <a:t>qualm </a:t>
            </a:r>
            <a:r>
              <a:rPr lang="en-US" sz="2100">
                <a:latin typeface="Times New Roman"/>
                <a:ea typeface="Times New Roman"/>
                <a:cs typeface="Times New Roman"/>
                <a:sym typeface="Times New Roman"/>
              </a:rPr>
              <a:t>they might have.</a:t>
            </a:r>
            <a:endParaRPr/>
          </a:p>
          <a:p>
            <a:pPr indent="-457200" lvl="2" marL="502919" rtl="0" algn="l">
              <a:lnSpc>
                <a:spcPct val="107000"/>
              </a:lnSpc>
              <a:spcBef>
                <a:spcPts val="1300"/>
              </a:spcBef>
              <a:spcAft>
                <a:spcPts val="0"/>
              </a:spcAft>
              <a:buClr>
                <a:schemeClr val="dk2"/>
              </a:buClr>
              <a:buSzPts val="2100"/>
              <a:buFont typeface="Times New Roman"/>
              <a:buAutoNum type="alphaLcPeriod"/>
            </a:pPr>
            <a:r>
              <a:rPr lang="en-US" sz="2100">
                <a:latin typeface="Times New Roman"/>
                <a:ea typeface="Times New Roman"/>
                <a:cs typeface="Times New Roman"/>
                <a:sym typeface="Times New Roman"/>
              </a:rPr>
              <a:t>I am therefore </a:t>
            </a:r>
            <a:r>
              <a:rPr b="1" lang="en-US" sz="2100">
                <a:latin typeface="Times New Roman"/>
                <a:ea typeface="Times New Roman"/>
                <a:cs typeface="Times New Roman"/>
                <a:sym typeface="Times New Roman"/>
              </a:rPr>
              <a:t>skeptic </a:t>
            </a:r>
            <a:r>
              <a:rPr lang="en-US" sz="2100">
                <a:latin typeface="Times New Roman"/>
                <a:ea typeface="Times New Roman"/>
                <a:cs typeface="Times New Roman"/>
                <a:sym typeface="Times New Roman"/>
              </a:rPr>
              <a:t>that the introduced policy reform delivers meaningful results.</a:t>
            </a:r>
            <a:endParaRPr/>
          </a:p>
          <a:p>
            <a:pPr indent="-457200" lvl="2" marL="502919" rtl="0" algn="l">
              <a:lnSpc>
                <a:spcPct val="107000"/>
              </a:lnSpc>
              <a:spcBef>
                <a:spcPts val="1300"/>
              </a:spcBef>
              <a:spcAft>
                <a:spcPts val="0"/>
              </a:spcAft>
              <a:buClr>
                <a:schemeClr val="dk2"/>
              </a:buClr>
              <a:buSzPts val="2100"/>
              <a:buFont typeface="Times New Roman"/>
              <a:buAutoNum type="alphaLcPeriod"/>
            </a:pPr>
            <a:r>
              <a:rPr lang="en-US" sz="2100">
                <a:latin typeface="Times New Roman"/>
                <a:ea typeface="Times New Roman"/>
                <a:cs typeface="Times New Roman"/>
                <a:sym typeface="Times New Roman"/>
              </a:rPr>
              <a:t>This year’s </a:t>
            </a:r>
            <a:r>
              <a:rPr b="1" lang="en-US" sz="2100">
                <a:latin typeface="Times New Roman"/>
                <a:ea typeface="Times New Roman"/>
                <a:cs typeface="Times New Roman"/>
                <a:sym typeface="Times New Roman"/>
              </a:rPr>
              <a:t>cohort</a:t>
            </a:r>
            <a:r>
              <a:rPr lang="en-US" sz="2100">
                <a:latin typeface="Times New Roman"/>
                <a:ea typeface="Times New Roman"/>
                <a:cs typeface="Times New Roman"/>
                <a:sym typeface="Times New Roman"/>
              </a:rPr>
              <a:t> of graduates will have particular difficulties finding jobs.</a:t>
            </a:r>
            <a:endParaRPr/>
          </a:p>
          <a:p>
            <a:pPr indent="-457200" lvl="2" marL="502919" rtl="0" algn="l">
              <a:lnSpc>
                <a:spcPct val="107000"/>
              </a:lnSpc>
              <a:spcBef>
                <a:spcPts val="1300"/>
              </a:spcBef>
              <a:spcAft>
                <a:spcPts val="0"/>
              </a:spcAft>
              <a:buClr>
                <a:schemeClr val="dk2"/>
              </a:buClr>
              <a:buSzPts val="2100"/>
              <a:buFont typeface="Times New Roman"/>
              <a:buAutoNum type="alphaLcPeriod"/>
            </a:pPr>
            <a:r>
              <a:rPr lang="en-US" sz="2100">
                <a:latin typeface="Times New Roman"/>
                <a:ea typeface="Times New Roman"/>
                <a:cs typeface="Times New Roman"/>
                <a:sym typeface="Times New Roman"/>
              </a:rPr>
              <a:t>This is my first time witnessing a digital </a:t>
            </a:r>
            <a:r>
              <a:rPr b="1" lang="en-US" sz="2100">
                <a:latin typeface="Times New Roman"/>
                <a:ea typeface="Times New Roman"/>
                <a:cs typeface="Times New Roman"/>
                <a:sym typeface="Times New Roman"/>
              </a:rPr>
              <a:t>exhibition</a:t>
            </a:r>
            <a:r>
              <a:rPr lang="en-US" sz="2100">
                <a:latin typeface="Times New Roman"/>
                <a:ea typeface="Times New Roman"/>
                <a:cs typeface="Times New Roman"/>
                <a:sym typeface="Times New Roman"/>
              </a:rPr>
              <a:t> of postcards. </a:t>
            </a:r>
            <a:endParaRPr/>
          </a:p>
          <a:p>
            <a:pPr indent="-317499" lvl="2" marL="502919" rtl="0" algn="l">
              <a:lnSpc>
                <a:spcPct val="107000"/>
              </a:lnSpc>
              <a:spcBef>
                <a:spcPts val="1300"/>
              </a:spcBef>
              <a:spcAft>
                <a:spcPts val="0"/>
              </a:spcAft>
              <a:buClr>
                <a:schemeClr val="dk2"/>
              </a:buClr>
              <a:buSzPts val="2200"/>
              <a:buFont typeface="Arial"/>
              <a:buNone/>
            </a:pPr>
            <a:r>
              <a:t/>
            </a:r>
            <a:endParaRPr sz="2200">
              <a:latin typeface="Times New Roman"/>
              <a:ea typeface="Times New Roman"/>
              <a:cs typeface="Times New Roman"/>
              <a:sym typeface="Times New Roman"/>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 name="Shape 202"/>
        <p:cNvGrpSpPr/>
        <p:nvPr/>
      </p:nvGrpSpPr>
      <p:grpSpPr>
        <a:xfrm>
          <a:off x="0" y="0"/>
          <a:ext cx="0" cy="0"/>
          <a:chOff x="0" y="0"/>
          <a:chExt cx="0" cy="0"/>
        </a:xfrm>
      </p:grpSpPr>
      <p:sp>
        <p:nvSpPr>
          <p:cNvPr id="203" name="Google Shape;203;p15"/>
          <p:cNvSpPr txBox="1"/>
          <p:nvPr>
            <p:ph idx="1" type="body"/>
          </p:nvPr>
        </p:nvSpPr>
        <p:spPr>
          <a:xfrm>
            <a:off x="221226" y="88490"/>
            <a:ext cx="11749547" cy="6769510"/>
          </a:xfrm>
          <a:prstGeom prst="rect">
            <a:avLst/>
          </a:prstGeom>
          <a:noFill/>
          <a:ln>
            <a:noFill/>
          </a:ln>
        </p:spPr>
        <p:txBody>
          <a:bodyPr anchorCtr="0" anchor="t" bIns="45700" lIns="91425" spcFirstLastPara="1" rIns="91425" wrap="square" tIns="45700">
            <a:noAutofit/>
          </a:bodyPr>
          <a:lstStyle/>
          <a:p>
            <a:pPr indent="-457200" lvl="0" marL="457200" rtl="0" algn="l">
              <a:lnSpc>
                <a:spcPct val="107000"/>
              </a:lnSpc>
              <a:spcBef>
                <a:spcPts val="0"/>
              </a:spcBef>
              <a:spcAft>
                <a:spcPts val="0"/>
              </a:spcAft>
              <a:buClr>
                <a:schemeClr val="dk2"/>
              </a:buClr>
              <a:buSzPts val="2000"/>
              <a:buFont typeface="Times New Roman"/>
              <a:buAutoNum type="arabicPeriod" startAt="2"/>
            </a:pPr>
            <a:r>
              <a:rPr lang="en-US">
                <a:latin typeface="Times New Roman"/>
                <a:ea typeface="Times New Roman"/>
                <a:cs typeface="Times New Roman"/>
                <a:sym typeface="Times New Roman"/>
              </a:rPr>
              <a:t>The following sentences have one word each that has been misplaced. Identify the word and put them in their correct place to form meaningful sentences</a:t>
            </a:r>
            <a:endParaRPr sz="2300">
              <a:latin typeface="Times New Roman"/>
              <a:ea typeface="Times New Roman"/>
              <a:cs typeface="Times New Roman"/>
              <a:sym typeface="Times New Roman"/>
            </a:endParaRPr>
          </a:p>
          <a:p>
            <a:pPr indent="0" lvl="2" marL="45720" rtl="0" algn="l">
              <a:lnSpc>
                <a:spcPct val="107000"/>
              </a:lnSpc>
              <a:spcBef>
                <a:spcPts val="1300"/>
              </a:spcBef>
              <a:spcAft>
                <a:spcPts val="0"/>
              </a:spcAft>
              <a:buClr>
                <a:schemeClr val="dk2"/>
              </a:buClr>
              <a:buSzPts val="2300"/>
              <a:buFont typeface="Times New Roman"/>
              <a:buNone/>
            </a:pPr>
            <a:r>
              <a:rPr lang="en-US" sz="2300">
                <a:latin typeface="Times New Roman"/>
                <a:ea typeface="Times New Roman"/>
                <a:cs typeface="Times New Roman"/>
                <a:sym typeface="Times New Roman"/>
              </a:rPr>
              <a:t>a. Between November 1929 and February 1930, he kept a </a:t>
            </a:r>
            <a:r>
              <a:rPr b="1" lang="en-US" sz="2300">
                <a:latin typeface="Times New Roman"/>
                <a:ea typeface="Times New Roman"/>
                <a:cs typeface="Times New Roman"/>
                <a:sym typeface="Times New Roman"/>
              </a:rPr>
              <a:t>diary</a:t>
            </a:r>
            <a:endParaRPr sz="2300">
              <a:latin typeface="Times New Roman"/>
              <a:ea typeface="Times New Roman"/>
              <a:cs typeface="Times New Roman"/>
              <a:sym typeface="Times New Roman"/>
            </a:endParaRPr>
          </a:p>
          <a:p>
            <a:pPr indent="0" lvl="2" marL="45720" rtl="0" algn="l">
              <a:lnSpc>
                <a:spcPct val="107000"/>
              </a:lnSpc>
              <a:spcBef>
                <a:spcPts val="1300"/>
              </a:spcBef>
              <a:spcAft>
                <a:spcPts val="0"/>
              </a:spcAft>
              <a:buClr>
                <a:schemeClr val="dk2"/>
              </a:buClr>
              <a:buSzPts val="2300"/>
              <a:buFont typeface="Times New Roman"/>
              <a:buNone/>
            </a:pPr>
            <a:r>
              <a:rPr lang="en-US" sz="2300">
                <a:latin typeface="Times New Roman"/>
                <a:ea typeface="Times New Roman"/>
                <a:cs typeface="Times New Roman"/>
                <a:sym typeface="Times New Roman"/>
              </a:rPr>
              <a:t>b. The theatre has laid off staff because of </a:t>
            </a:r>
            <a:r>
              <a:rPr b="1" lang="en-US" sz="2300">
                <a:latin typeface="Times New Roman"/>
                <a:ea typeface="Times New Roman"/>
                <a:cs typeface="Times New Roman"/>
                <a:sym typeface="Times New Roman"/>
              </a:rPr>
              <a:t>budget </a:t>
            </a:r>
            <a:r>
              <a:rPr lang="en-US" sz="2300">
                <a:latin typeface="Times New Roman"/>
                <a:ea typeface="Times New Roman"/>
                <a:cs typeface="Times New Roman"/>
                <a:sym typeface="Times New Roman"/>
              </a:rPr>
              <a:t>cuts</a:t>
            </a:r>
            <a:endParaRPr i="1" sz="2300">
              <a:latin typeface="Times New Roman"/>
              <a:ea typeface="Times New Roman"/>
              <a:cs typeface="Times New Roman"/>
              <a:sym typeface="Times New Roman"/>
            </a:endParaRPr>
          </a:p>
          <a:p>
            <a:pPr indent="0" lvl="2" marL="45720" rtl="0" algn="l">
              <a:lnSpc>
                <a:spcPct val="107000"/>
              </a:lnSpc>
              <a:spcBef>
                <a:spcPts val="1300"/>
              </a:spcBef>
              <a:spcAft>
                <a:spcPts val="0"/>
              </a:spcAft>
              <a:buClr>
                <a:schemeClr val="dk2"/>
              </a:buClr>
              <a:buSzPts val="2300"/>
              <a:buFont typeface="Times New Roman"/>
              <a:buNone/>
            </a:pPr>
            <a:r>
              <a:rPr lang="en-US" sz="2300">
                <a:latin typeface="Times New Roman"/>
                <a:ea typeface="Times New Roman"/>
                <a:cs typeface="Times New Roman"/>
                <a:sym typeface="Times New Roman"/>
              </a:rPr>
              <a:t>c. Perhaps the results of future </a:t>
            </a:r>
            <a:r>
              <a:rPr b="1" lang="en-US" sz="2300">
                <a:latin typeface="Times New Roman"/>
                <a:ea typeface="Times New Roman"/>
                <a:cs typeface="Times New Roman"/>
                <a:sym typeface="Times New Roman"/>
              </a:rPr>
              <a:t>excavation </a:t>
            </a:r>
            <a:r>
              <a:rPr lang="en-US" sz="2300">
                <a:latin typeface="Times New Roman"/>
                <a:ea typeface="Times New Roman"/>
                <a:cs typeface="Times New Roman"/>
                <a:sym typeface="Times New Roman"/>
              </a:rPr>
              <a:t>will shed some light on our discovery and the historical records</a:t>
            </a:r>
            <a:endParaRPr/>
          </a:p>
          <a:p>
            <a:pPr indent="0" lvl="2" marL="45720" rtl="0" algn="l">
              <a:lnSpc>
                <a:spcPct val="107000"/>
              </a:lnSpc>
              <a:spcBef>
                <a:spcPts val="1300"/>
              </a:spcBef>
              <a:spcAft>
                <a:spcPts val="0"/>
              </a:spcAft>
              <a:buClr>
                <a:schemeClr val="dk2"/>
              </a:buClr>
              <a:buSzPts val="2300"/>
              <a:buFont typeface="Times New Roman"/>
              <a:buNone/>
            </a:pPr>
            <a:r>
              <a:rPr lang="en-US" sz="2300">
                <a:latin typeface="Times New Roman"/>
                <a:ea typeface="Times New Roman"/>
                <a:cs typeface="Times New Roman"/>
                <a:sym typeface="Times New Roman"/>
              </a:rPr>
              <a:t>d. The Siberian tiger is on the</a:t>
            </a:r>
            <a:r>
              <a:rPr i="1" lang="en-US" sz="2300">
                <a:latin typeface="Times New Roman"/>
                <a:ea typeface="Times New Roman"/>
                <a:cs typeface="Times New Roman"/>
                <a:sym typeface="Times New Roman"/>
              </a:rPr>
              <a:t> </a:t>
            </a:r>
            <a:r>
              <a:rPr b="1" i="1" lang="en-US" sz="2300">
                <a:latin typeface="Times New Roman"/>
                <a:ea typeface="Times New Roman"/>
                <a:cs typeface="Times New Roman"/>
                <a:sym typeface="Times New Roman"/>
              </a:rPr>
              <a:t>edge </a:t>
            </a:r>
            <a:r>
              <a:rPr lang="en-US" sz="2300">
                <a:latin typeface="Times New Roman"/>
                <a:ea typeface="Times New Roman"/>
                <a:cs typeface="Times New Roman"/>
                <a:sym typeface="Times New Roman"/>
              </a:rPr>
              <a:t>of extinction. </a:t>
            </a:r>
            <a:endParaRPr/>
          </a:p>
          <a:p>
            <a:pPr indent="0" lvl="2" marL="45720" rtl="0" algn="l">
              <a:lnSpc>
                <a:spcPct val="107000"/>
              </a:lnSpc>
              <a:spcBef>
                <a:spcPts val="1300"/>
              </a:spcBef>
              <a:spcAft>
                <a:spcPts val="0"/>
              </a:spcAft>
              <a:buClr>
                <a:schemeClr val="dk2"/>
              </a:buClr>
              <a:buSzPts val="2300"/>
              <a:buFont typeface="Times New Roman"/>
              <a:buNone/>
            </a:pPr>
            <a:r>
              <a:rPr lang="en-US" sz="2300">
                <a:latin typeface="Times New Roman"/>
                <a:ea typeface="Times New Roman"/>
                <a:cs typeface="Times New Roman"/>
                <a:sym typeface="Times New Roman"/>
              </a:rPr>
              <a:t>e. There's no </a:t>
            </a:r>
            <a:r>
              <a:rPr b="1" lang="en-US" sz="2300">
                <a:latin typeface="Times New Roman"/>
                <a:ea typeface="Times New Roman"/>
                <a:cs typeface="Times New Roman"/>
                <a:sym typeface="Times New Roman"/>
              </a:rPr>
              <a:t>doubt </a:t>
            </a:r>
            <a:r>
              <a:rPr lang="en-US" sz="2300">
                <a:latin typeface="Times New Roman"/>
                <a:ea typeface="Times New Roman"/>
                <a:cs typeface="Times New Roman"/>
                <a:sym typeface="Times New Roman"/>
              </a:rPr>
              <a:t>that one day a cure for cancer will be found. </a:t>
            </a:r>
            <a:endParaRPr/>
          </a:p>
          <a:p>
            <a:pPr indent="0" lvl="2" marL="45720" rtl="0" algn="l">
              <a:lnSpc>
                <a:spcPct val="107000"/>
              </a:lnSpc>
              <a:spcBef>
                <a:spcPts val="1300"/>
              </a:spcBef>
              <a:spcAft>
                <a:spcPts val="0"/>
              </a:spcAft>
              <a:buClr>
                <a:schemeClr val="dk2"/>
              </a:buClr>
              <a:buSzPts val="2300"/>
              <a:buFont typeface="Times New Roman"/>
              <a:buNone/>
            </a:pPr>
            <a:r>
              <a:rPr lang="en-US" sz="2300">
                <a:latin typeface="Times New Roman"/>
                <a:ea typeface="Times New Roman"/>
                <a:cs typeface="Times New Roman"/>
                <a:sym typeface="Times New Roman"/>
              </a:rPr>
              <a:t>f. The issue between science and art is of </a:t>
            </a:r>
            <a:r>
              <a:rPr b="1" lang="en-US" sz="2300">
                <a:latin typeface="Times New Roman"/>
                <a:ea typeface="Times New Roman"/>
                <a:cs typeface="Times New Roman"/>
                <a:sym typeface="Times New Roman"/>
              </a:rPr>
              <a:t> perennial</a:t>
            </a:r>
            <a:r>
              <a:rPr lang="en-US" sz="2300">
                <a:latin typeface="Times New Roman"/>
                <a:ea typeface="Times New Roman"/>
                <a:cs typeface="Times New Roman"/>
                <a:sym typeface="Times New Roman"/>
              </a:rPr>
              <a:t> interest to me</a:t>
            </a:r>
            <a:endParaRPr/>
          </a:p>
          <a:p>
            <a:pPr indent="0" lvl="2" marL="45720" rtl="0" algn="l">
              <a:lnSpc>
                <a:spcPct val="107000"/>
              </a:lnSpc>
              <a:spcBef>
                <a:spcPts val="1300"/>
              </a:spcBef>
              <a:spcAft>
                <a:spcPts val="0"/>
              </a:spcAft>
              <a:buClr>
                <a:schemeClr val="dk2"/>
              </a:buClr>
              <a:buSzPts val="2300"/>
              <a:buFont typeface="Times New Roman"/>
              <a:buNone/>
            </a:pPr>
            <a:r>
              <a:rPr lang="en-US" sz="2300">
                <a:latin typeface="Times New Roman"/>
                <a:ea typeface="Times New Roman"/>
                <a:cs typeface="Times New Roman"/>
                <a:sym typeface="Times New Roman"/>
              </a:rPr>
              <a:t>g. Food production is still increasing faster than </a:t>
            </a:r>
            <a:r>
              <a:rPr b="1" lang="en-US" sz="2300">
                <a:latin typeface="Times New Roman"/>
                <a:ea typeface="Times New Roman"/>
                <a:cs typeface="Times New Roman"/>
                <a:sym typeface="Times New Roman"/>
              </a:rPr>
              <a:t>demand</a:t>
            </a:r>
            <a:r>
              <a:rPr lang="en-US" sz="2300">
                <a:latin typeface="Times New Roman"/>
                <a:ea typeface="Times New Roman"/>
                <a:cs typeface="Times New Roman"/>
                <a:sym typeface="Times New Roman"/>
              </a:rPr>
              <a:t>.</a:t>
            </a:r>
            <a:endParaRPr/>
          </a:p>
          <a:p>
            <a:pPr indent="0" lvl="2" marL="45720" rtl="0" algn="l">
              <a:lnSpc>
                <a:spcPct val="107000"/>
              </a:lnSpc>
              <a:spcBef>
                <a:spcPts val="1300"/>
              </a:spcBef>
              <a:spcAft>
                <a:spcPts val="0"/>
              </a:spcAft>
              <a:buClr>
                <a:schemeClr val="dk2"/>
              </a:buClr>
              <a:buSzPts val="2300"/>
              <a:buFont typeface="Times New Roman"/>
              <a:buNone/>
            </a:pPr>
            <a:r>
              <a:rPr lang="en-US" sz="2300">
                <a:latin typeface="Times New Roman"/>
                <a:ea typeface="Times New Roman"/>
                <a:cs typeface="Times New Roman"/>
                <a:sym typeface="Times New Roman"/>
              </a:rPr>
              <a:t>h. The bank offered him a </a:t>
            </a:r>
            <a:r>
              <a:rPr b="1" lang="en-US" sz="2300">
                <a:latin typeface="Times New Roman"/>
                <a:ea typeface="Times New Roman"/>
                <a:cs typeface="Times New Roman"/>
                <a:sym typeface="Times New Roman"/>
              </a:rPr>
              <a:t>loan</a:t>
            </a:r>
            <a:r>
              <a:rPr lang="en-US" sz="2300">
                <a:latin typeface="Times New Roman"/>
                <a:ea typeface="Times New Roman"/>
                <a:cs typeface="Times New Roman"/>
                <a:sym typeface="Times New Roman"/>
              </a:rPr>
              <a:t> of £15,000 to set up a business.</a:t>
            </a:r>
            <a:endParaRPr/>
          </a:p>
          <a:p>
            <a:pPr indent="0" lvl="2" marL="45720" rtl="0" algn="l">
              <a:lnSpc>
                <a:spcPct val="107000"/>
              </a:lnSpc>
              <a:spcBef>
                <a:spcPts val="1300"/>
              </a:spcBef>
              <a:spcAft>
                <a:spcPts val="0"/>
              </a:spcAft>
              <a:buClr>
                <a:schemeClr val="dk2"/>
              </a:buClr>
              <a:buSzPts val="2300"/>
              <a:buFont typeface="Times New Roman"/>
              <a:buNone/>
            </a:pPr>
            <a:r>
              <a:rPr lang="en-US" sz="2300">
                <a:latin typeface="Times New Roman"/>
                <a:ea typeface="Times New Roman"/>
                <a:cs typeface="Times New Roman"/>
                <a:sym typeface="Times New Roman"/>
              </a:rPr>
              <a:t>i. The </a:t>
            </a:r>
            <a:r>
              <a:rPr b="1" lang="en-US" sz="2300">
                <a:latin typeface="Times New Roman"/>
                <a:ea typeface="Times New Roman"/>
                <a:cs typeface="Times New Roman"/>
                <a:sym typeface="Times New Roman"/>
              </a:rPr>
              <a:t>demand</a:t>
            </a:r>
            <a:r>
              <a:rPr lang="en-US" sz="2300">
                <a:latin typeface="Times New Roman"/>
                <a:ea typeface="Times New Roman"/>
                <a:cs typeface="Times New Roman"/>
                <a:sym typeface="Times New Roman"/>
              </a:rPr>
              <a:t> of the peace talks has caused demonstrations on the streets. </a:t>
            </a:r>
            <a:endParaRPr/>
          </a:p>
          <a:p>
            <a:pPr indent="0" lvl="2" marL="45720" rtl="0" algn="l">
              <a:lnSpc>
                <a:spcPct val="107000"/>
              </a:lnSpc>
              <a:spcBef>
                <a:spcPts val="1300"/>
              </a:spcBef>
              <a:spcAft>
                <a:spcPts val="0"/>
              </a:spcAft>
              <a:buClr>
                <a:schemeClr val="dk2"/>
              </a:buClr>
              <a:buSzPts val="2300"/>
              <a:buFont typeface="Times New Roman"/>
              <a:buNone/>
            </a:pPr>
            <a:r>
              <a:rPr lang="en-US" sz="2300">
                <a:latin typeface="Times New Roman"/>
                <a:ea typeface="Times New Roman"/>
                <a:cs typeface="Times New Roman"/>
                <a:sym typeface="Times New Roman"/>
              </a:rPr>
              <a:t>j.  In the past the average </a:t>
            </a:r>
            <a:r>
              <a:rPr b="1" lang="en-US" sz="2300">
                <a:latin typeface="Times New Roman"/>
                <a:ea typeface="Times New Roman"/>
                <a:cs typeface="Times New Roman"/>
                <a:sym typeface="Times New Roman"/>
              </a:rPr>
              <a:t>wage </a:t>
            </a:r>
            <a:r>
              <a:rPr lang="en-US" sz="2300">
                <a:latin typeface="Times New Roman"/>
                <a:ea typeface="Times New Roman"/>
                <a:cs typeface="Times New Roman"/>
                <a:sym typeface="Times New Roman"/>
              </a:rPr>
              <a:t>of women workers was two-thirds that of men. </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7" name="Shape 207"/>
        <p:cNvGrpSpPr/>
        <p:nvPr/>
      </p:nvGrpSpPr>
      <p:grpSpPr>
        <a:xfrm>
          <a:off x="0" y="0"/>
          <a:ext cx="0" cy="0"/>
          <a:chOff x="0" y="0"/>
          <a:chExt cx="0" cy="0"/>
        </a:xfrm>
      </p:grpSpPr>
      <p:sp>
        <p:nvSpPr>
          <p:cNvPr id="208" name="Google Shape;208;p16"/>
          <p:cNvSpPr txBox="1"/>
          <p:nvPr>
            <p:ph type="title"/>
          </p:nvPr>
        </p:nvSpPr>
        <p:spPr>
          <a:xfrm>
            <a:off x="2612941" y="2673600"/>
            <a:ext cx="6966118" cy="1510800"/>
          </a:xfrm>
          <a:prstGeom prst="rect">
            <a:avLst/>
          </a:prstGeom>
          <a:solidFill>
            <a:srgbClr val="C9ABE3"/>
          </a:solidFill>
          <a:ln cap="flat" cmpd="sng" w="9525">
            <a:solidFill>
              <a:srgbClr val="002060"/>
            </a:solidFill>
            <a:prstDash val="solid"/>
            <a:round/>
            <a:headEnd len="sm" w="sm" type="none"/>
            <a:tailEnd len="sm" w="sm" type="none"/>
          </a:ln>
        </p:spPr>
        <p:txBody>
          <a:bodyPr anchorCtr="0" anchor="b" bIns="45700" lIns="91425" spcFirstLastPara="1" rIns="91425" wrap="square" tIns="45700">
            <a:noAutofit/>
          </a:bodyPr>
          <a:lstStyle/>
          <a:p>
            <a:pPr indent="0" lvl="0" marL="0" rtl="0" algn="ctr">
              <a:lnSpc>
                <a:spcPct val="110000"/>
              </a:lnSpc>
              <a:spcBef>
                <a:spcPts val="0"/>
              </a:spcBef>
              <a:spcAft>
                <a:spcPts val="0"/>
              </a:spcAft>
              <a:buClr>
                <a:schemeClr val="dk2"/>
              </a:buClr>
              <a:buSzPts val="6000"/>
              <a:buFont typeface="Bell MT"/>
              <a:buNone/>
            </a:pPr>
            <a:r>
              <a:rPr b="1" lang="en-US" sz="6000">
                <a:latin typeface="Bell MT"/>
                <a:ea typeface="Bell MT"/>
                <a:cs typeface="Bell MT"/>
                <a:sym typeface="Bell MT"/>
              </a:rPr>
              <a:t>SYNONYMS </a:t>
            </a:r>
            <a:endParaRPr b="1" sz="8000">
              <a:latin typeface="Bell MT"/>
              <a:ea typeface="Bell MT"/>
              <a:cs typeface="Bell MT"/>
              <a:sym typeface="Bell MT"/>
            </a:endParaRPr>
          </a:p>
        </p:txBody>
      </p:sp>
      <p:sp>
        <p:nvSpPr>
          <p:cNvPr id="209" name="Google Shape;209;p16"/>
          <p:cNvSpPr txBox="1"/>
          <p:nvPr>
            <p:ph idx="1" type="body"/>
          </p:nvPr>
        </p:nvSpPr>
        <p:spPr>
          <a:xfrm>
            <a:off x="997974" y="5603317"/>
            <a:ext cx="11749547" cy="5944669"/>
          </a:xfrm>
          <a:prstGeom prst="rect">
            <a:avLst/>
          </a:prstGeom>
          <a:noFill/>
          <a:ln>
            <a:noFill/>
          </a:ln>
        </p:spPr>
        <p:txBody>
          <a:bodyPr anchorCtr="0" anchor="t" bIns="45700" lIns="91425" spcFirstLastPara="1" rIns="91425" wrap="square" tIns="45700">
            <a:noAutofit/>
          </a:bodyPr>
          <a:lstStyle/>
          <a:p>
            <a:pPr indent="-203200" lvl="0" marL="342900" rtl="0" algn="l">
              <a:lnSpc>
                <a:spcPct val="107000"/>
              </a:lnSpc>
              <a:spcBef>
                <a:spcPts val="0"/>
              </a:spcBef>
              <a:spcAft>
                <a:spcPts val="0"/>
              </a:spcAft>
              <a:buClr>
                <a:schemeClr val="dk2"/>
              </a:buClr>
              <a:buSzPts val="2200"/>
              <a:buFont typeface="Arial"/>
              <a:buNone/>
            </a:pPr>
            <a:r>
              <a:t/>
            </a:r>
            <a:endParaRPr b="1" sz="2200">
              <a:latin typeface="Times New Roman"/>
              <a:ea typeface="Times New Roman"/>
              <a:cs typeface="Times New Roman"/>
              <a:sym typeface="Times New Roman"/>
            </a:endParaRPr>
          </a:p>
          <a:p>
            <a:pPr indent="-203200" lvl="0" marL="342900" rtl="0" algn="l">
              <a:lnSpc>
                <a:spcPct val="107000"/>
              </a:lnSpc>
              <a:spcBef>
                <a:spcPts val="1000"/>
              </a:spcBef>
              <a:spcAft>
                <a:spcPts val="0"/>
              </a:spcAft>
              <a:buClr>
                <a:schemeClr val="dk2"/>
              </a:buClr>
              <a:buSzPts val="2200"/>
              <a:buFont typeface="Arial"/>
              <a:buNone/>
            </a:pPr>
            <a:r>
              <a:t/>
            </a:r>
            <a:endParaRPr sz="2200">
              <a:latin typeface="Arial"/>
              <a:ea typeface="Arial"/>
              <a:cs typeface="Arial"/>
              <a:sym typeface="Arial"/>
            </a:endParaRPr>
          </a:p>
          <a:p>
            <a:pPr indent="0" lvl="0" marL="685800" rtl="0" algn="l">
              <a:lnSpc>
                <a:spcPct val="107000"/>
              </a:lnSpc>
              <a:spcBef>
                <a:spcPts val="1000"/>
              </a:spcBef>
              <a:spcAft>
                <a:spcPts val="0"/>
              </a:spcAft>
              <a:buClr>
                <a:schemeClr val="dk2"/>
              </a:buClr>
              <a:buSzPts val="2200"/>
              <a:buFont typeface="Times New Roman"/>
              <a:buNone/>
            </a:pPr>
            <a:r>
              <a:rPr lang="en-US" sz="2200">
                <a:latin typeface="Times New Roman"/>
                <a:ea typeface="Times New Roman"/>
                <a:cs typeface="Times New Roman"/>
                <a:sym typeface="Times New Roman"/>
              </a:rPr>
              <a:t> </a:t>
            </a:r>
            <a:endParaRPr sz="2200">
              <a:latin typeface="Arial"/>
              <a:ea typeface="Arial"/>
              <a:cs typeface="Arial"/>
              <a:sym typeface="Arial"/>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3" name="Shape 213"/>
        <p:cNvGrpSpPr/>
        <p:nvPr/>
      </p:nvGrpSpPr>
      <p:grpSpPr>
        <a:xfrm>
          <a:off x="0" y="0"/>
          <a:ext cx="0" cy="0"/>
          <a:chOff x="0" y="0"/>
          <a:chExt cx="0" cy="0"/>
        </a:xfrm>
      </p:grpSpPr>
      <p:sp>
        <p:nvSpPr>
          <p:cNvPr id="214" name="Google Shape;214;p17"/>
          <p:cNvSpPr txBox="1"/>
          <p:nvPr>
            <p:ph idx="1" type="body"/>
          </p:nvPr>
        </p:nvSpPr>
        <p:spPr>
          <a:xfrm>
            <a:off x="221226" y="147484"/>
            <a:ext cx="11749547" cy="6612193"/>
          </a:xfrm>
          <a:prstGeom prst="rect">
            <a:avLst/>
          </a:prstGeom>
          <a:noFill/>
          <a:ln>
            <a:noFill/>
          </a:ln>
        </p:spPr>
        <p:txBody>
          <a:bodyPr anchorCtr="0" anchor="t" bIns="45700" lIns="91425" spcFirstLastPara="1" rIns="91425" wrap="square" tIns="45700">
            <a:noAutofit/>
          </a:bodyPr>
          <a:lstStyle/>
          <a:p>
            <a:pPr indent="0" lvl="0" marL="0" rtl="0" algn="l">
              <a:lnSpc>
                <a:spcPct val="107000"/>
              </a:lnSpc>
              <a:spcBef>
                <a:spcPts val="0"/>
              </a:spcBef>
              <a:spcAft>
                <a:spcPts val="0"/>
              </a:spcAft>
              <a:buClr>
                <a:schemeClr val="dk2"/>
              </a:buClr>
              <a:buSzPts val="3000"/>
              <a:buFont typeface="Times New Roman"/>
              <a:buNone/>
            </a:pPr>
            <a:r>
              <a:rPr b="1" lang="en-US" sz="3000">
                <a:latin typeface="Times New Roman"/>
                <a:ea typeface="Times New Roman"/>
                <a:cs typeface="Times New Roman"/>
                <a:sym typeface="Times New Roman"/>
              </a:rPr>
              <a:t>Synonyms: </a:t>
            </a:r>
            <a:r>
              <a:rPr lang="en-US" sz="3000">
                <a:latin typeface="Times New Roman"/>
                <a:ea typeface="Times New Roman"/>
                <a:cs typeface="Times New Roman"/>
                <a:sym typeface="Times New Roman"/>
              </a:rPr>
              <a:t>Words that have the same (or almost same) meaning as another word</a:t>
            </a:r>
            <a:endParaRPr/>
          </a:p>
          <a:p>
            <a:pPr indent="0" lvl="0" marL="0" rtl="0" algn="l">
              <a:lnSpc>
                <a:spcPct val="107000"/>
              </a:lnSpc>
              <a:spcBef>
                <a:spcPts val="1000"/>
              </a:spcBef>
              <a:spcAft>
                <a:spcPts val="0"/>
              </a:spcAft>
              <a:buClr>
                <a:schemeClr val="dk2"/>
              </a:buClr>
              <a:buSzPts val="3000"/>
              <a:buFont typeface="Times New Roman"/>
              <a:buNone/>
            </a:pPr>
            <a:r>
              <a:rPr b="1" lang="en-US" sz="3000">
                <a:latin typeface="Times New Roman"/>
                <a:ea typeface="Times New Roman"/>
                <a:cs typeface="Times New Roman"/>
                <a:sym typeface="Times New Roman"/>
              </a:rPr>
              <a:t>Antonyms: </a:t>
            </a:r>
            <a:r>
              <a:rPr lang="en-US" sz="3000">
                <a:latin typeface="Times New Roman"/>
                <a:ea typeface="Times New Roman"/>
                <a:cs typeface="Times New Roman"/>
                <a:sym typeface="Times New Roman"/>
              </a:rPr>
              <a:t>Words that have opposite meaning</a:t>
            </a:r>
            <a:endParaRPr/>
          </a:p>
          <a:p>
            <a:pPr indent="0" lvl="0" marL="0" rtl="0" algn="l">
              <a:lnSpc>
                <a:spcPct val="107000"/>
              </a:lnSpc>
              <a:spcBef>
                <a:spcPts val="1000"/>
              </a:spcBef>
              <a:spcAft>
                <a:spcPts val="0"/>
              </a:spcAft>
              <a:buClr>
                <a:schemeClr val="dk2"/>
              </a:buClr>
              <a:buSzPts val="3000"/>
              <a:buFont typeface="Arial"/>
              <a:buNone/>
            </a:pPr>
            <a:r>
              <a:t/>
            </a:r>
            <a:endParaRPr sz="3000">
              <a:latin typeface="Times New Roman"/>
              <a:ea typeface="Times New Roman"/>
              <a:cs typeface="Times New Roman"/>
              <a:sym typeface="Times New Roman"/>
            </a:endParaRPr>
          </a:p>
        </p:txBody>
      </p:sp>
      <p:sp>
        <p:nvSpPr>
          <p:cNvPr id="215" name="Google Shape;215;p17"/>
          <p:cNvSpPr txBox="1"/>
          <p:nvPr/>
        </p:nvSpPr>
        <p:spPr>
          <a:xfrm>
            <a:off x="221226" y="1965560"/>
            <a:ext cx="11749500" cy="4248300"/>
          </a:xfrm>
          <a:prstGeom prst="rect">
            <a:avLst/>
          </a:prstGeom>
          <a:solidFill>
            <a:schemeClr val="lt1"/>
          </a:solidFill>
          <a:ln cap="flat" cmpd="sng" w="12700">
            <a:solidFill>
              <a:schemeClr val="accent2"/>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3000">
                <a:solidFill>
                  <a:srgbClr val="000000"/>
                </a:solidFill>
                <a:latin typeface="Times New Roman"/>
                <a:ea typeface="Times New Roman"/>
                <a:cs typeface="Times New Roman"/>
                <a:sym typeface="Times New Roman"/>
              </a:rPr>
              <a:t>Women </a:t>
            </a:r>
            <a:r>
              <a:rPr b="1" i="0" lang="en-US" sz="3000">
                <a:solidFill>
                  <a:srgbClr val="000000"/>
                </a:solidFill>
                <a:latin typeface="Times New Roman"/>
                <a:ea typeface="Times New Roman"/>
                <a:cs typeface="Times New Roman"/>
                <a:sym typeface="Times New Roman"/>
              </a:rPr>
              <a:t>protesting</a:t>
            </a:r>
            <a:r>
              <a:rPr b="0" i="0" lang="en-US" sz="3000">
                <a:solidFill>
                  <a:srgbClr val="000000"/>
                </a:solidFill>
                <a:latin typeface="Times New Roman"/>
                <a:ea typeface="Times New Roman"/>
                <a:cs typeface="Times New Roman"/>
                <a:sym typeface="Times New Roman"/>
              </a:rPr>
              <a:t> with thread is nothing </a:t>
            </a:r>
            <a:r>
              <a:rPr b="1" i="0" lang="en-US" sz="3000">
                <a:solidFill>
                  <a:srgbClr val="000000"/>
                </a:solidFill>
                <a:latin typeface="Times New Roman"/>
                <a:ea typeface="Times New Roman"/>
                <a:cs typeface="Times New Roman"/>
                <a:sym typeface="Times New Roman"/>
              </a:rPr>
              <a:t>new</a:t>
            </a:r>
            <a:r>
              <a:rPr b="0" i="0" lang="en-US" sz="3000">
                <a:solidFill>
                  <a:srgbClr val="000000"/>
                </a:solidFill>
                <a:latin typeface="Times New Roman"/>
                <a:ea typeface="Times New Roman"/>
                <a:cs typeface="Times New Roman"/>
                <a:sym typeface="Times New Roman"/>
              </a:rPr>
              <a:t>. Early examples </a:t>
            </a:r>
            <a:r>
              <a:rPr b="1" i="0" lang="en-US" sz="3000">
                <a:solidFill>
                  <a:srgbClr val="000000"/>
                </a:solidFill>
                <a:latin typeface="Times New Roman"/>
                <a:ea typeface="Times New Roman"/>
                <a:cs typeface="Times New Roman"/>
                <a:sym typeface="Times New Roman"/>
              </a:rPr>
              <a:t>appear</a:t>
            </a:r>
            <a:r>
              <a:rPr b="0" i="0" lang="en-US" sz="3000">
                <a:solidFill>
                  <a:srgbClr val="000000"/>
                </a:solidFill>
                <a:latin typeface="Times New Roman"/>
                <a:ea typeface="Times New Roman"/>
                <a:cs typeface="Times New Roman"/>
                <a:sym typeface="Times New Roman"/>
              </a:rPr>
              <a:t> in Greek myth with the </a:t>
            </a:r>
            <a:r>
              <a:rPr b="1" i="0" lang="en-US" sz="3000">
                <a:solidFill>
                  <a:srgbClr val="000000"/>
                </a:solidFill>
                <a:latin typeface="Times New Roman"/>
                <a:ea typeface="Times New Roman"/>
                <a:cs typeface="Times New Roman"/>
                <a:sym typeface="Times New Roman"/>
              </a:rPr>
              <a:t>story </a:t>
            </a:r>
            <a:r>
              <a:rPr b="0" i="0" lang="en-US" sz="3000">
                <a:solidFill>
                  <a:srgbClr val="000000"/>
                </a:solidFill>
                <a:latin typeface="Times New Roman"/>
                <a:ea typeface="Times New Roman"/>
                <a:cs typeface="Times New Roman"/>
                <a:sym typeface="Times New Roman"/>
              </a:rPr>
              <a:t>of Philomela, who embroiders her story after her tongue is cut out, while Mary, Queen of Scots is </a:t>
            </a:r>
            <a:r>
              <a:rPr b="1" i="0" lang="en-US" sz="3000">
                <a:solidFill>
                  <a:srgbClr val="000000"/>
                </a:solidFill>
                <a:latin typeface="Times New Roman"/>
                <a:ea typeface="Times New Roman"/>
                <a:cs typeface="Times New Roman"/>
                <a:sym typeface="Times New Roman"/>
              </a:rPr>
              <a:t>reputed</a:t>
            </a:r>
            <a:r>
              <a:rPr b="0" i="0" lang="en-US" sz="3000">
                <a:solidFill>
                  <a:srgbClr val="000000"/>
                </a:solidFill>
                <a:latin typeface="Times New Roman"/>
                <a:ea typeface="Times New Roman"/>
                <a:cs typeface="Times New Roman"/>
                <a:sym typeface="Times New Roman"/>
              </a:rPr>
              <a:t> to have embroidered </a:t>
            </a:r>
            <a:r>
              <a:rPr b="1" i="0" lang="en-US" sz="3000">
                <a:solidFill>
                  <a:srgbClr val="000000"/>
                </a:solidFill>
                <a:latin typeface="Times New Roman"/>
                <a:ea typeface="Times New Roman"/>
                <a:cs typeface="Times New Roman"/>
                <a:sym typeface="Times New Roman"/>
              </a:rPr>
              <a:t>symbolic challenges </a:t>
            </a:r>
            <a:r>
              <a:rPr b="0" i="0" lang="en-US" sz="3000">
                <a:solidFill>
                  <a:srgbClr val="000000"/>
                </a:solidFill>
                <a:latin typeface="Times New Roman"/>
                <a:ea typeface="Times New Roman"/>
                <a:cs typeface="Times New Roman"/>
                <a:sym typeface="Times New Roman"/>
              </a:rPr>
              <a:t>to the </a:t>
            </a:r>
            <a:r>
              <a:rPr b="1" i="0" lang="en-US" sz="3000">
                <a:solidFill>
                  <a:srgbClr val="000000"/>
                </a:solidFill>
                <a:latin typeface="Times New Roman"/>
                <a:ea typeface="Times New Roman"/>
                <a:cs typeface="Times New Roman"/>
                <a:sym typeface="Times New Roman"/>
              </a:rPr>
              <a:t>imprisonment</a:t>
            </a:r>
            <a:r>
              <a:rPr b="0" i="0" lang="en-US" sz="3000">
                <a:solidFill>
                  <a:srgbClr val="000000"/>
                </a:solidFill>
                <a:latin typeface="Times New Roman"/>
                <a:ea typeface="Times New Roman"/>
                <a:cs typeface="Times New Roman"/>
                <a:sym typeface="Times New Roman"/>
              </a:rPr>
              <a:t> </a:t>
            </a:r>
            <a:r>
              <a:rPr b="1" i="0" lang="en-US" sz="3000">
                <a:solidFill>
                  <a:srgbClr val="000000"/>
                </a:solidFill>
                <a:latin typeface="Times New Roman"/>
                <a:ea typeface="Times New Roman"/>
                <a:cs typeface="Times New Roman"/>
                <a:sym typeface="Times New Roman"/>
              </a:rPr>
              <a:t>imposed</a:t>
            </a:r>
            <a:r>
              <a:rPr b="0" i="0" lang="en-US" sz="3000">
                <a:solidFill>
                  <a:srgbClr val="000000"/>
                </a:solidFill>
                <a:latin typeface="Times New Roman"/>
                <a:ea typeface="Times New Roman"/>
                <a:cs typeface="Times New Roman"/>
                <a:sym typeface="Times New Roman"/>
              </a:rPr>
              <a:t> on her by her cousin Queen Elizabeth I of England. Yet some </a:t>
            </a:r>
            <a:r>
              <a:rPr b="1" i="0" lang="en-US" sz="3000">
                <a:solidFill>
                  <a:srgbClr val="000000"/>
                </a:solidFill>
                <a:latin typeface="Times New Roman"/>
                <a:ea typeface="Times New Roman"/>
                <a:cs typeface="Times New Roman"/>
                <a:sym typeface="Times New Roman"/>
              </a:rPr>
              <a:t>historical</a:t>
            </a:r>
            <a:r>
              <a:rPr b="0" i="0" lang="en-US" sz="3000">
                <a:solidFill>
                  <a:srgbClr val="000000"/>
                </a:solidFill>
                <a:latin typeface="Times New Roman"/>
                <a:ea typeface="Times New Roman"/>
                <a:cs typeface="Times New Roman"/>
                <a:sym typeface="Times New Roman"/>
              </a:rPr>
              <a:t> protests are less well known – </a:t>
            </a:r>
            <a:r>
              <a:rPr b="1" i="0" lang="en-US" sz="3000">
                <a:solidFill>
                  <a:srgbClr val="000000"/>
                </a:solidFill>
                <a:latin typeface="Times New Roman"/>
                <a:ea typeface="Times New Roman"/>
                <a:cs typeface="Times New Roman"/>
                <a:sym typeface="Times New Roman"/>
              </a:rPr>
              <a:t>private</a:t>
            </a:r>
            <a:r>
              <a:rPr b="0" i="0" lang="en-US" sz="3000">
                <a:solidFill>
                  <a:srgbClr val="000000"/>
                </a:solidFill>
                <a:latin typeface="Times New Roman"/>
                <a:ea typeface="Times New Roman"/>
                <a:cs typeface="Times New Roman"/>
                <a:sym typeface="Times New Roman"/>
              </a:rPr>
              <a:t> almost – and </a:t>
            </a:r>
            <a:r>
              <a:rPr b="1" i="0" lang="en-US" sz="3000">
                <a:solidFill>
                  <a:srgbClr val="000000"/>
                </a:solidFill>
                <a:latin typeface="Times New Roman"/>
                <a:ea typeface="Times New Roman"/>
                <a:cs typeface="Times New Roman"/>
                <a:sym typeface="Times New Roman"/>
              </a:rPr>
              <a:t>reflect</a:t>
            </a:r>
            <a:r>
              <a:rPr b="0" i="0" lang="en-US" sz="3000">
                <a:solidFill>
                  <a:srgbClr val="000000"/>
                </a:solidFill>
                <a:latin typeface="Times New Roman"/>
                <a:ea typeface="Times New Roman"/>
                <a:cs typeface="Times New Roman"/>
                <a:sym typeface="Times New Roman"/>
              </a:rPr>
              <a:t> both </a:t>
            </a:r>
            <a:r>
              <a:rPr b="1" i="0" lang="en-US" sz="3000">
                <a:solidFill>
                  <a:srgbClr val="000000"/>
                </a:solidFill>
                <a:latin typeface="Times New Roman"/>
                <a:ea typeface="Times New Roman"/>
                <a:cs typeface="Times New Roman"/>
                <a:sym typeface="Times New Roman"/>
              </a:rPr>
              <a:t>courage</a:t>
            </a:r>
            <a:r>
              <a:rPr b="0" i="0" lang="en-US" sz="3000">
                <a:solidFill>
                  <a:srgbClr val="000000"/>
                </a:solidFill>
                <a:latin typeface="Times New Roman"/>
                <a:ea typeface="Times New Roman"/>
                <a:cs typeface="Times New Roman"/>
                <a:sym typeface="Times New Roman"/>
              </a:rPr>
              <a:t> and </a:t>
            </a:r>
            <a:r>
              <a:rPr b="1" i="0" lang="en-US" sz="3000">
                <a:solidFill>
                  <a:srgbClr val="000000"/>
                </a:solidFill>
                <a:latin typeface="Times New Roman"/>
                <a:ea typeface="Times New Roman"/>
                <a:cs typeface="Times New Roman"/>
                <a:sym typeface="Times New Roman"/>
              </a:rPr>
              <a:t>resistance</a:t>
            </a:r>
            <a:r>
              <a:rPr b="0" i="0" lang="en-US" sz="3000">
                <a:solidFill>
                  <a:srgbClr val="000000"/>
                </a:solidFill>
                <a:latin typeface="Times New Roman"/>
                <a:ea typeface="Times New Roman"/>
                <a:cs typeface="Times New Roman"/>
                <a:sym typeface="Times New Roman"/>
              </a:rPr>
              <a:t> in times of social </a:t>
            </a:r>
            <a:r>
              <a:rPr b="1" i="0" lang="en-US" sz="3000">
                <a:solidFill>
                  <a:srgbClr val="000000"/>
                </a:solidFill>
                <a:latin typeface="Times New Roman"/>
                <a:ea typeface="Times New Roman"/>
                <a:cs typeface="Times New Roman"/>
                <a:sym typeface="Times New Roman"/>
              </a:rPr>
              <a:t>upheaval</a:t>
            </a:r>
            <a:r>
              <a:rPr b="0" i="0" lang="en-US" sz="3000">
                <a:solidFill>
                  <a:srgbClr val="000000"/>
                </a:solidFill>
                <a:latin typeface="Times New Roman"/>
                <a:ea typeface="Times New Roman"/>
                <a:cs typeface="Times New Roman"/>
                <a:sym typeface="Times New Roman"/>
              </a:rPr>
              <a:t> and personal </a:t>
            </a:r>
            <a:r>
              <a:rPr b="1" i="0" lang="en-US" sz="3000">
                <a:solidFill>
                  <a:srgbClr val="000000"/>
                </a:solidFill>
                <a:latin typeface="Times New Roman"/>
                <a:ea typeface="Times New Roman"/>
                <a:cs typeface="Times New Roman"/>
                <a:sym typeface="Times New Roman"/>
              </a:rPr>
              <a:t>pain</a:t>
            </a:r>
            <a:r>
              <a:rPr b="0" i="0" lang="en-US" sz="3000">
                <a:solidFill>
                  <a:srgbClr val="000000"/>
                </a:solidFill>
                <a:latin typeface="Times New Roman"/>
                <a:ea typeface="Times New Roman"/>
                <a:cs typeface="Times New Roman"/>
                <a:sym typeface="Times New Roman"/>
              </a:rPr>
              <a:t>.</a:t>
            </a:r>
            <a:endParaRPr sz="3000"/>
          </a:p>
        </p:txBody>
      </p:sp>
      <p:sp>
        <p:nvSpPr>
          <p:cNvPr id="216" name="Google Shape;216;p17"/>
          <p:cNvSpPr txBox="1"/>
          <p:nvPr/>
        </p:nvSpPr>
        <p:spPr>
          <a:xfrm>
            <a:off x="221226" y="6213853"/>
            <a:ext cx="13398600" cy="3714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Arial"/>
                <a:ea typeface="Arial"/>
                <a:cs typeface="Arial"/>
                <a:sym typeface="Arial"/>
              </a:rPr>
              <a:t>Source: https://aeon.co/essays/when-womens-needlework-becomes-an-act-of-subversive-protest</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0" name="Shape 220"/>
        <p:cNvGrpSpPr/>
        <p:nvPr/>
      </p:nvGrpSpPr>
      <p:grpSpPr>
        <a:xfrm>
          <a:off x="0" y="0"/>
          <a:ext cx="0" cy="0"/>
          <a:chOff x="0" y="0"/>
          <a:chExt cx="0" cy="0"/>
        </a:xfrm>
      </p:grpSpPr>
      <p:sp>
        <p:nvSpPr>
          <p:cNvPr id="221" name="Google Shape;221;p18"/>
          <p:cNvSpPr txBox="1"/>
          <p:nvPr/>
        </p:nvSpPr>
        <p:spPr>
          <a:xfrm>
            <a:off x="425116" y="1074509"/>
            <a:ext cx="11341768" cy="470898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3000">
                <a:solidFill>
                  <a:schemeClr val="dk1"/>
                </a:solidFill>
                <a:latin typeface="Times New Roman"/>
                <a:ea typeface="Times New Roman"/>
                <a:cs typeface="Times New Roman"/>
                <a:sym typeface="Times New Roman"/>
              </a:rPr>
              <a:t>Women </a:t>
            </a:r>
            <a:r>
              <a:rPr b="1" lang="en-US" sz="3000">
                <a:solidFill>
                  <a:schemeClr val="dk1"/>
                </a:solidFill>
                <a:latin typeface="Times New Roman"/>
                <a:ea typeface="Times New Roman"/>
                <a:cs typeface="Times New Roman"/>
                <a:sym typeface="Times New Roman"/>
              </a:rPr>
              <a:t>dissenting/ opposing </a:t>
            </a:r>
            <a:r>
              <a:rPr lang="en-US" sz="3000">
                <a:solidFill>
                  <a:schemeClr val="dk1"/>
                </a:solidFill>
                <a:latin typeface="Times New Roman"/>
                <a:ea typeface="Times New Roman"/>
                <a:cs typeface="Times New Roman"/>
                <a:sym typeface="Times New Roman"/>
              </a:rPr>
              <a:t>with thread is nothing </a:t>
            </a:r>
            <a:r>
              <a:rPr b="1" lang="en-US" sz="3000">
                <a:solidFill>
                  <a:schemeClr val="dk1"/>
                </a:solidFill>
                <a:latin typeface="Times New Roman"/>
                <a:ea typeface="Times New Roman"/>
                <a:cs typeface="Times New Roman"/>
                <a:sym typeface="Times New Roman"/>
              </a:rPr>
              <a:t>novel/ modern/ fresh. </a:t>
            </a:r>
            <a:r>
              <a:rPr lang="en-US" sz="3000">
                <a:solidFill>
                  <a:schemeClr val="dk1"/>
                </a:solidFill>
                <a:latin typeface="Times New Roman"/>
                <a:ea typeface="Times New Roman"/>
                <a:cs typeface="Times New Roman"/>
                <a:sym typeface="Times New Roman"/>
              </a:rPr>
              <a:t>Early examples </a:t>
            </a:r>
            <a:r>
              <a:rPr b="1" lang="en-US" sz="3000">
                <a:solidFill>
                  <a:schemeClr val="dk1"/>
                </a:solidFill>
                <a:latin typeface="Times New Roman"/>
                <a:ea typeface="Times New Roman"/>
                <a:cs typeface="Times New Roman"/>
                <a:sym typeface="Times New Roman"/>
              </a:rPr>
              <a:t>emerge/ occur/ are present/ come to light </a:t>
            </a:r>
            <a:r>
              <a:rPr lang="en-US" sz="3000">
                <a:solidFill>
                  <a:schemeClr val="dk1"/>
                </a:solidFill>
                <a:latin typeface="Times New Roman"/>
                <a:ea typeface="Times New Roman"/>
                <a:cs typeface="Times New Roman"/>
                <a:sym typeface="Times New Roman"/>
              </a:rPr>
              <a:t>in Greek myth with the </a:t>
            </a:r>
            <a:r>
              <a:rPr b="1" lang="en-US" sz="3000">
                <a:solidFill>
                  <a:schemeClr val="dk1"/>
                </a:solidFill>
                <a:latin typeface="Times New Roman"/>
                <a:ea typeface="Times New Roman"/>
                <a:cs typeface="Times New Roman"/>
                <a:sym typeface="Times New Roman"/>
              </a:rPr>
              <a:t>tale/ narrative/ account/ chronicle/ legend </a:t>
            </a:r>
            <a:r>
              <a:rPr lang="en-US" sz="3000">
                <a:solidFill>
                  <a:schemeClr val="dk1"/>
                </a:solidFill>
                <a:latin typeface="Times New Roman"/>
                <a:ea typeface="Times New Roman"/>
                <a:cs typeface="Times New Roman"/>
                <a:sym typeface="Times New Roman"/>
              </a:rPr>
              <a:t>of Philomela…</a:t>
            </a:r>
            <a:endParaRPr/>
          </a:p>
          <a:p>
            <a:pPr indent="0" lvl="0" marL="0" marR="0" rtl="0" algn="l">
              <a:spcBef>
                <a:spcPts val="0"/>
              </a:spcBef>
              <a:spcAft>
                <a:spcPts val="0"/>
              </a:spcAft>
              <a:buNone/>
            </a:pPr>
            <a:r>
              <a:t/>
            </a:r>
            <a:endParaRPr sz="3000">
              <a:solidFill>
                <a:schemeClr val="dk1"/>
              </a:solidFill>
              <a:latin typeface="Times New Roman"/>
              <a:ea typeface="Times New Roman"/>
              <a:cs typeface="Times New Roman"/>
              <a:sym typeface="Times New Roman"/>
            </a:endParaRPr>
          </a:p>
          <a:p>
            <a:pPr indent="0" lvl="0" marL="0" marR="0" rtl="0" algn="l">
              <a:spcBef>
                <a:spcPts val="0"/>
              </a:spcBef>
              <a:spcAft>
                <a:spcPts val="0"/>
              </a:spcAft>
              <a:buNone/>
            </a:pPr>
            <a:r>
              <a:rPr lang="en-US" sz="3000">
                <a:solidFill>
                  <a:schemeClr val="dk1"/>
                </a:solidFill>
                <a:latin typeface="Times New Roman"/>
                <a:ea typeface="Times New Roman"/>
                <a:cs typeface="Times New Roman"/>
                <a:sym typeface="Times New Roman"/>
              </a:rPr>
              <a:t>Women </a:t>
            </a:r>
            <a:r>
              <a:rPr b="1" lang="en-US" sz="3000">
                <a:solidFill>
                  <a:schemeClr val="dk1"/>
                </a:solidFill>
                <a:latin typeface="Times New Roman"/>
                <a:ea typeface="Times New Roman"/>
                <a:cs typeface="Times New Roman"/>
                <a:sym typeface="Times New Roman"/>
              </a:rPr>
              <a:t>complying</a:t>
            </a:r>
            <a:r>
              <a:rPr lang="en-US" sz="3000">
                <a:solidFill>
                  <a:schemeClr val="dk1"/>
                </a:solidFill>
                <a:latin typeface="Times New Roman"/>
                <a:ea typeface="Times New Roman"/>
                <a:cs typeface="Times New Roman"/>
                <a:sym typeface="Times New Roman"/>
              </a:rPr>
              <a:t> </a:t>
            </a:r>
            <a:r>
              <a:rPr b="1" lang="en-US" sz="3000">
                <a:solidFill>
                  <a:schemeClr val="dk1"/>
                </a:solidFill>
                <a:latin typeface="Times New Roman"/>
                <a:ea typeface="Times New Roman"/>
                <a:cs typeface="Times New Roman"/>
                <a:sym typeface="Times New Roman"/>
              </a:rPr>
              <a:t>/ assenting </a:t>
            </a:r>
            <a:r>
              <a:rPr lang="en-US" sz="3000">
                <a:solidFill>
                  <a:schemeClr val="dk1"/>
                </a:solidFill>
                <a:latin typeface="Times New Roman"/>
                <a:ea typeface="Times New Roman"/>
                <a:cs typeface="Times New Roman"/>
                <a:sym typeface="Times New Roman"/>
              </a:rPr>
              <a:t>with thread is nothing </a:t>
            </a:r>
            <a:r>
              <a:rPr b="1" lang="en-US" sz="3000">
                <a:solidFill>
                  <a:schemeClr val="dk1"/>
                </a:solidFill>
                <a:latin typeface="Times New Roman"/>
                <a:ea typeface="Times New Roman"/>
                <a:cs typeface="Times New Roman"/>
                <a:sym typeface="Times New Roman"/>
              </a:rPr>
              <a:t>old/ outdated/ antiquated/ obsolete. </a:t>
            </a:r>
            <a:r>
              <a:rPr lang="en-US" sz="3000">
                <a:solidFill>
                  <a:schemeClr val="dk1"/>
                </a:solidFill>
                <a:latin typeface="Times New Roman"/>
                <a:ea typeface="Times New Roman"/>
                <a:cs typeface="Times New Roman"/>
                <a:sym typeface="Times New Roman"/>
              </a:rPr>
              <a:t>Early examples </a:t>
            </a:r>
            <a:r>
              <a:rPr b="1" lang="en-US" sz="3000">
                <a:solidFill>
                  <a:schemeClr val="dk1"/>
                </a:solidFill>
                <a:latin typeface="Times New Roman"/>
                <a:ea typeface="Times New Roman"/>
                <a:cs typeface="Times New Roman"/>
                <a:sym typeface="Times New Roman"/>
              </a:rPr>
              <a:t>disappear/ fade/ vanish </a:t>
            </a:r>
            <a:r>
              <a:rPr lang="en-US" sz="3000">
                <a:solidFill>
                  <a:schemeClr val="dk1"/>
                </a:solidFill>
                <a:latin typeface="Times New Roman"/>
                <a:ea typeface="Times New Roman"/>
                <a:cs typeface="Times New Roman"/>
                <a:sym typeface="Times New Roman"/>
              </a:rPr>
              <a:t>in Greek Myth with the </a:t>
            </a:r>
            <a:r>
              <a:rPr b="1" lang="en-US" sz="3000">
                <a:solidFill>
                  <a:schemeClr val="dk1"/>
                </a:solidFill>
                <a:latin typeface="Times New Roman"/>
                <a:ea typeface="Times New Roman"/>
                <a:cs typeface="Times New Roman"/>
                <a:sym typeface="Times New Roman"/>
              </a:rPr>
              <a:t>story ( can you think of any antonym? ) </a:t>
            </a:r>
            <a:r>
              <a:rPr lang="en-US" sz="3000">
                <a:solidFill>
                  <a:schemeClr val="dk1"/>
                </a:solidFill>
                <a:latin typeface="Times New Roman"/>
                <a:ea typeface="Times New Roman"/>
                <a:cs typeface="Times New Roman"/>
                <a:sym typeface="Times New Roman"/>
              </a:rPr>
              <a:t>of Philomela</a:t>
            </a:r>
            <a:r>
              <a:rPr b="1" lang="en-US" sz="3000">
                <a:solidFill>
                  <a:schemeClr val="dk1"/>
                </a:solidFill>
                <a:latin typeface="Times New Roman"/>
                <a:ea typeface="Times New Roman"/>
                <a:cs typeface="Times New Roman"/>
                <a:sym typeface="Times New Roman"/>
              </a:rPr>
              <a:t>….</a:t>
            </a:r>
            <a:endParaRPr/>
          </a:p>
          <a:p>
            <a:pPr indent="0" lvl="0" marL="0" marR="0" rtl="0" algn="l">
              <a:spcBef>
                <a:spcPts val="0"/>
              </a:spcBef>
              <a:spcAft>
                <a:spcPts val="0"/>
              </a:spcAft>
              <a:buNone/>
            </a:pPr>
            <a:r>
              <a:rPr lang="en-US" sz="3000">
                <a:solidFill>
                  <a:schemeClr val="dk1"/>
                </a:solidFill>
                <a:latin typeface="Times New Roman"/>
                <a:ea typeface="Times New Roman"/>
                <a:cs typeface="Times New Roman"/>
                <a:sym typeface="Times New Roman"/>
              </a:rPr>
              <a:t> </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5" name="Shape 225"/>
        <p:cNvGrpSpPr/>
        <p:nvPr/>
      </p:nvGrpSpPr>
      <p:grpSpPr>
        <a:xfrm>
          <a:off x="0" y="0"/>
          <a:ext cx="0" cy="0"/>
          <a:chOff x="0" y="0"/>
          <a:chExt cx="0" cy="0"/>
        </a:xfrm>
      </p:grpSpPr>
      <p:sp>
        <p:nvSpPr>
          <p:cNvPr id="226" name="Google Shape;226;p19"/>
          <p:cNvSpPr txBox="1"/>
          <p:nvPr>
            <p:ph type="title"/>
          </p:nvPr>
        </p:nvSpPr>
        <p:spPr>
          <a:xfrm>
            <a:off x="2612941" y="2673600"/>
            <a:ext cx="6966118" cy="1510800"/>
          </a:xfrm>
          <a:prstGeom prst="rect">
            <a:avLst/>
          </a:prstGeom>
          <a:solidFill>
            <a:srgbClr val="C9ABE3"/>
          </a:solidFill>
          <a:ln cap="flat" cmpd="sng" w="9525">
            <a:solidFill>
              <a:srgbClr val="002060"/>
            </a:solidFill>
            <a:prstDash val="solid"/>
            <a:round/>
            <a:headEnd len="sm" w="sm" type="none"/>
            <a:tailEnd len="sm" w="sm" type="none"/>
          </a:ln>
        </p:spPr>
        <p:txBody>
          <a:bodyPr anchorCtr="0" anchor="b" bIns="45700" lIns="91425" spcFirstLastPara="1" rIns="91425" wrap="square" tIns="45700">
            <a:noAutofit/>
          </a:bodyPr>
          <a:lstStyle/>
          <a:p>
            <a:pPr indent="0" lvl="0" marL="0" rtl="0" algn="ctr">
              <a:lnSpc>
                <a:spcPct val="110000"/>
              </a:lnSpc>
              <a:spcBef>
                <a:spcPts val="0"/>
              </a:spcBef>
              <a:spcAft>
                <a:spcPts val="0"/>
              </a:spcAft>
              <a:buClr>
                <a:schemeClr val="dk2"/>
              </a:buClr>
              <a:buSzPts val="6000"/>
              <a:buFont typeface="Bell MT"/>
              <a:buNone/>
            </a:pPr>
            <a:r>
              <a:rPr b="1" lang="en-US" sz="6000">
                <a:latin typeface="Bell MT"/>
                <a:ea typeface="Bell MT"/>
                <a:cs typeface="Bell MT"/>
                <a:sym typeface="Bell MT"/>
              </a:rPr>
              <a:t>SYNONYMS </a:t>
            </a:r>
            <a:br>
              <a:rPr b="1" lang="en-US" sz="8000">
                <a:latin typeface="Bell MT"/>
                <a:ea typeface="Bell MT"/>
                <a:cs typeface="Bell MT"/>
                <a:sym typeface="Bell MT"/>
              </a:rPr>
            </a:br>
            <a:r>
              <a:rPr b="1" lang="en-US" sz="3000">
                <a:latin typeface="Bell MT"/>
                <a:ea typeface="Bell MT"/>
                <a:cs typeface="Bell MT"/>
                <a:sym typeface="Bell MT"/>
              </a:rPr>
              <a:t>(Exercises)</a:t>
            </a:r>
            <a:endParaRPr b="1" sz="8000">
              <a:latin typeface="Bell MT"/>
              <a:ea typeface="Bell MT"/>
              <a:cs typeface="Bell MT"/>
              <a:sym typeface="Bell MT"/>
            </a:endParaRPr>
          </a:p>
        </p:txBody>
      </p:sp>
      <p:sp>
        <p:nvSpPr>
          <p:cNvPr id="227" name="Google Shape;227;p19"/>
          <p:cNvSpPr txBox="1"/>
          <p:nvPr>
            <p:ph idx="1" type="body"/>
          </p:nvPr>
        </p:nvSpPr>
        <p:spPr>
          <a:xfrm>
            <a:off x="997974" y="5603317"/>
            <a:ext cx="11749547" cy="5944669"/>
          </a:xfrm>
          <a:prstGeom prst="rect">
            <a:avLst/>
          </a:prstGeom>
          <a:noFill/>
          <a:ln>
            <a:noFill/>
          </a:ln>
        </p:spPr>
        <p:txBody>
          <a:bodyPr anchorCtr="0" anchor="t" bIns="45700" lIns="91425" spcFirstLastPara="1" rIns="91425" wrap="square" tIns="45700">
            <a:noAutofit/>
          </a:bodyPr>
          <a:lstStyle/>
          <a:p>
            <a:pPr indent="-203200" lvl="0" marL="342900" rtl="0" algn="l">
              <a:lnSpc>
                <a:spcPct val="107000"/>
              </a:lnSpc>
              <a:spcBef>
                <a:spcPts val="0"/>
              </a:spcBef>
              <a:spcAft>
                <a:spcPts val="0"/>
              </a:spcAft>
              <a:buClr>
                <a:schemeClr val="dk2"/>
              </a:buClr>
              <a:buSzPts val="2200"/>
              <a:buFont typeface="Arial"/>
              <a:buNone/>
            </a:pPr>
            <a:r>
              <a:t/>
            </a:r>
            <a:endParaRPr b="1" sz="2200">
              <a:latin typeface="Times New Roman"/>
              <a:ea typeface="Times New Roman"/>
              <a:cs typeface="Times New Roman"/>
              <a:sym typeface="Times New Roman"/>
            </a:endParaRPr>
          </a:p>
          <a:p>
            <a:pPr indent="-203200" lvl="0" marL="342900" rtl="0" algn="l">
              <a:lnSpc>
                <a:spcPct val="107000"/>
              </a:lnSpc>
              <a:spcBef>
                <a:spcPts val="1000"/>
              </a:spcBef>
              <a:spcAft>
                <a:spcPts val="0"/>
              </a:spcAft>
              <a:buClr>
                <a:schemeClr val="dk2"/>
              </a:buClr>
              <a:buSzPts val="2200"/>
              <a:buFont typeface="Arial"/>
              <a:buNone/>
            </a:pPr>
            <a:r>
              <a:t/>
            </a:r>
            <a:endParaRPr sz="2200">
              <a:latin typeface="Arial"/>
              <a:ea typeface="Arial"/>
              <a:cs typeface="Arial"/>
              <a:sym typeface="Arial"/>
            </a:endParaRPr>
          </a:p>
          <a:p>
            <a:pPr indent="0" lvl="0" marL="685800" rtl="0" algn="l">
              <a:lnSpc>
                <a:spcPct val="107000"/>
              </a:lnSpc>
              <a:spcBef>
                <a:spcPts val="1000"/>
              </a:spcBef>
              <a:spcAft>
                <a:spcPts val="0"/>
              </a:spcAft>
              <a:buClr>
                <a:schemeClr val="dk2"/>
              </a:buClr>
              <a:buSzPts val="2200"/>
              <a:buFont typeface="Times New Roman"/>
              <a:buNone/>
            </a:pPr>
            <a:r>
              <a:rPr lang="en-US" sz="2200">
                <a:latin typeface="Times New Roman"/>
                <a:ea typeface="Times New Roman"/>
                <a:cs typeface="Times New Roman"/>
                <a:sym typeface="Times New Roman"/>
              </a:rPr>
              <a:t> </a:t>
            </a:r>
            <a:endParaRPr sz="2200">
              <a:latin typeface="Arial"/>
              <a:ea typeface="Arial"/>
              <a:cs typeface="Arial"/>
              <a:sym typeface="Arial"/>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1" name="Shape 231"/>
        <p:cNvGrpSpPr/>
        <p:nvPr/>
      </p:nvGrpSpPr>
      <p:grpSpPr>
        <a:xfrm>
          <a:off x="0" y="0"/>
          <a:ext cx="0" cy="0"/>
          <a:chOff x="0" y="0"/>
          <a:chExt cx="0" cy="0"/>
        </a:xfrm>
      </p:grpSpPr>
      <p:sp>
        <p:nvSpPr>
          <p:cNvPr id="232" name="Google Shape;232;p20"/>
          <p:cNvSpPr txBox="1"/>
          <p:nvPr>
            <p:ph idx="1" type="body"/>
          </p:nvPr>
        </p:nvSpPr>
        <p:spPr>
          <a:xfrm>
            <a:off x="221226" y="147484"/>
            <a:ext cx="11749547" cy="6612193"/>
          </a:xfrm>
          <a:prstGeom prst="rect">
            <a:avLst/>
          </a:prstGeom>
          <a:noFill/>
          <a:ln>
            <a:noFill/>
          </a:ln>
        </p:spPr>
        <p:txBody>
          <a:bodyPr anchorCtr="0" anchor="t" bIns="45700" lIns="91425" spcFirstLastPara="1" rIns="91425" wrap="square" tIns="45700">
            <a:noAutofit/>
          </a:bodyPr>
          <a:lstStyle/>
          <a:p>
            <a:pPr indent="-514350" lvl="0" marL="514350" rtl="0" algn="l">
              <a:lnSpc>
                <a:spcPct val="107000"/>
              </a:lnSpc>
              <a:spcBef>
                <a:spcPts val="0"/>
              </a:spcBef>
              <a:spcAft>
                <a:spcPts val="0"/>
              </a:spcAft>
              <a:buClr>
                <a:schemeClr val="dk2"/>
              </a:buClr>
              <a:buSzPts val="3000"/>
              <a:buFont typeface="Times New Roman"/>
              <a:buAutoNum type="arabicPeriod"/>
            </a:pPr>
            <a:r>
              <a:rPr b="1" lang="en-US" sz="3000">
                <a:latin typeface="Times New Roman"/>
                <a:ea typeface="Times New Roman"/>
                <a:cs typeface="Times New Roman"/>
                <a:sym typeface="Times New Roman"/>
              </a:rPr>
              <a:t>Replace each bold word with its synonym </a:t>
            </a:r>
            <a:endParaRPr sz="3000"/>
          </a:p>
          <a:p>
            <a:pPr indent="0" lvl="0" marL="0" rtl="0" algn="l">
              <a:lnSpc>
                <a:spcPct val="107000"/>
              </a:lnSpc>
              <a:spcBef>
                <a:spcPts val="1000"/>
              </a:spcBef>
              <a:spcAft>
                <a:spcPts val="0"/>
              </a:spcAft>
              <a:buClr>
                <a:schemeClr val="dk2"/>
              </a:buClr>
              <a:buSzPts val="3600"/>
              <a:buFont typeface="Arial"/>
              <a:buNone/>
            </a:pPr>
            <a:r>
              <a:rPr lang="en-US" sz="3000"/>
              <a:t>The game of solving </a:t>
            </a:r>
            <a:r>
              <a:rPr b="1" lang="en-US" sz="3000"/>
              <a:t>difficult</a:t>
            </a:r>
            <a:r>
              <a:rPr lang="en-US" sz="3000"/>
              <a:t> (1) puzzles has always </a:t>
            </a:r>
            <a:r>
              <a:rPr b="1" lang="en-US" sz="3000"/>
              <a:t>filled</a:t>
            </a:r>
            <a:r>
              <a:rPr lang="en-US" sz="3000"/>
              <a:t> (2) people with the feeling of a profound </a:t>
            </a:r>
            <a:r>
              <a:rPr b="1" lang="en-US" sz="3000"/>
              <a:t>excitement</a:t>
            </a:r>
            <a:r>
              <a:rPr lang="en-US" sz="3000"/>
              <a:t> (3). No wonder, then, that the </a:t>
            </a:r>
            <a:r>
              <a:rPr b="1" lang="en-US" sz="3000"/>
              <a:t>fascination</a:t>
            </a:r>
            <a:r>
              <a:rPr lang="en-US" sz="3000"/>
              <a:t> (4) of treasure hunting has </a:t>
            </a:r>
            <a:r>
              <a:rPr b="1" lang="en-US" sz="3000"/>
              <a:t>invariably </a:t>
            </a:r>
            <a:r>
              <a:rPr lang="en-US" sz="3000"/>
              <a:t>(5) been associated with the </a:t>
            </a:r>
            <a:r>
              <a:rPr b="1" lang="en-US" sz="3000"/>
              <a:t>possibility </a:t>
            </a:r>
            <a:r>
              <a:rPr lang="en-US" sz="3000"/>
              <a:t>(6) of realizing the most </a:t>
            </a:r>
            <a:r>
              <a:rPr b="1" lang="en-US" sz="3000"/>
              <a:t>improbable</a:t>
            </a:r>
            <a:r>
              <a:rPr lang="en-US" sz="3000"/>
              <a:t> (7) dreams. According to what the psychologists claim, there is a little boy in every treasure hunter. Yet, the </a:t>
            </a:r>
            <a:r>
              <a:rPr b="1" lang="en-US" sz="3000"/>
              <a:t>chase</a:t>
            </a:r>
            <a:r>
              <a:rPr lang="en-US" sz="3000"/>
              <a:t> (8) of hidden valuables has recently become a serious </a:t>
            </a:r>
            <a:r>
              <a:rPr b="1" lang="en-US" sz="3000"/>
              <a:t>venture</a:t>
            </a:r>
            <a:r>
              <a:rPr lang="en-US" sz="3000"/>
              <a:t> (9) with amateur and professional seekers equipped with highly sophisticated </a:t>
            </a:r>
            <a:r>
              <a:rPr b="1" lang="en-US" sz="3000"/>
              <a:t>devices</a:t>
            </a:r>
            <a:r>
              <a:rPr lang="en-US" sz="3000"/>
              <a:t> (10) like metal detectors, radars, sonars or underwater cameras. </a:t>
            </a:r>
            <a:endParaRPr sz="3000">
              <a:latin typeface="Times New Roman"/>
              <a:ea typeface="Times New Roman"/>
              <a:cs typeface="Times New Roman"/>
              <a:sym typeface="Times New Roman"/>
            </a:endParaRPr>
          </a:p>
          <a:p>
            <a:pPr indent="0" lvl="0" marL="0" rtl="0" algn="l">
              <a:lnSpc>
                <a:spcPct val="107000"/>
              </a:lnSpc>
              <a:spcBef>
                <a:spcPts val="1000"/>
              </a:spcBef>
              <a:spcAft>
                <a:spcPts val="0"/>
              </a:spcAft>
              <a:buClr>
                <a:schemeClr val="dk2"/>
              </a:buClr>
              <a:buSzPts val="3000"/>
              <a:buFont typeface="Arial"/>
              <a:buNone/>
            </a:pPr>
            <a:r>
              <a:t/>
            </a:r>
            <a:endParaRPr b="1" sz="3000">
              <a:latin typeface="Times New Roman"/>
              <a:ea typeface="Times New Roman"/>
              <a:cs typeface="Times New Roman"/>
              <a:sym typeface="Times New Roman"/>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6" name="Shape 236"/>
        <p:cNvGrpSpPr/>
        <p:nvPr/>
      </p:nvGrpSpPr>
      <p:grpSpPr>
        <a:xfrm>
          <a:off x="0" y="0"/>
          <a:ext cx="0" cy="0"/>
          <a:chOff x="0" y="0"/>
          <a:chExt cx="0" cy="0"/>
        </a:xfrm>
      </p:grpSpPr>
      <p:sp>
        <p:nvSpPr>
          <p:cNvPr id="237" name="Google Shape;237;p21"/>
          <p:cNvSpPr txBox="1"/>
          <p:nvPr>
            <p:ph idx="1" type="body"/>
          </p:nvPr>
        </p:nvSpPr>
        <p:spPr>
          <a:xfrm>
            <a:off x="221225" y="147475"/>
            <a:ext cx="11749500" cy="64539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2"/>
              </a:buClr>
              <a:buSzPts val="2500"/>
              <a:buFont typeface="Times New Roman"/>
              <a:buNone/>
            </a:pPr>
            <a:r>
              <a:rPr lang="en-US" sz="2400">
                <a:latin typeface="Times New Roman"/>
                <a:ea typeface="Times New Roman"/>
                <a:cs typeface="Times New Roman"/>
                <a:sym typeface="Times New Roman"/>
              </a:rPr>
              <a:t>2. </a:t>
            </a:r>
            <a:r>
              <a:rPr b="1" lang="en-US" sz="2400">
                <a:latin typeface="Times New Roman"/>
                <a:ea typeface="Times New Roman"/>
                <a:cs typeface="Times New Roman"/>
                <a:sym typeface="Times New Roman"/>
              </a:rPr>
              <a:t>Replace each highlighted word with an appropriate synonym</a:t>
            </a:r>
            <a:endParaRPr sz="2400"/>
          </a:p>
          <a:p>
            <a:pPr indent="0" lvl="0" marL="0" rtl="0" algn="l">
              <a:lnSpc>
                <a:spcPct val="100000"/>
              </a:lnSpc>
              <a:spcBef>
                <a:spcPts val="1000"/>
              </a:spcBef>
              <a:spcAft>
                <a:spcPts val="0"/>
              </a:spcAft>
              <a:buClr>
                <a:schemeClr val="dk2"/>
              </a:buClr>
              <a:buSzPts val="2000"/>
              <a:buFont typeface="Arial"/>
              <a:buNone/>
            </a:pPr>
            <a:r>
              <a:t/>
            </a:r>
            <a:endParaRPr sz="2400">
              <a:latin typeface="Arial"/>
              <a:ea typeface="Arial"/>
              <a:cs typeface="Arial"/>
              <a:sym typeface="Arial"/>
            </a:endParaRPr>
          </a:p>
          <a:p>
            <a:pPr indent="0" lvl="0" marL="0" rtl="0" algn="l">
              <a:lnSpc>
                <a:spcPct val="100000"/>
              </a:lnSpc>
              <a:spcBef>
                <a:spcPts val="1000"/>
              </a:spcBef>
              <a:spcAft>
                <a:spcPts val="0"/>
              </a:spcAft>
              <a:buClr>
                <a:schemeClr val="dk2"/>
              </a:buClr>
              <a:buSzPts val="2700"/>
              <a:buFont typeface="Times New Roman"/>
              <a:buNone/>
            </a:pPr>
            <a:r>
              <a:rPr lang="en-US" sz="2400">
                <a:latin typeface="Times New Roman"/>
                <a:ea typeface="Times New Roman"/>
                <a:cs typeface="Times New Roman"/>
                <a:sym typeface="Times New Roman"/>
              </a:rPr>
              <a:t>Like the deep learning systems powering artificial intelligence, our brains are </a:t>
            </a:r>
            <a:r>
              <a:rPr b="1" lang="en-US" sz="2400">
                <a:latin typeface="Times New Roman"/>
                <a:ea typeface="Times New Roman"/>
                <a:cs typeface="Times New Roman"/>
                <a:sym typeface="Times New Roman"/>
              </a:rPr>
              <a:t>scouring</a:t>
            </a:r>
            <a:r>
              <a:rPr lang="en-US" sz="2400">
                <a:latin typeface="Times New Roman"/>
                <a:ea typeface="Times New Roman"/>
                <a:cs typeface="Times New Roman"/>
                <a:sym typeface="Times New Roman"/>
              </a:rPr>
              <a:t> (1)our world for the rules of the social game – and if that world is full of powerful messages about gender, helpfully </a:t>
            </a:r>
            <a:r>
              <a:rPr b="1" lang="en-US" sz="2400">
                <a:latin typeface="Times New Roman"/>
                <a:ea typeface="Times New Roman"/>
                <a:cs typeface="Times New Roman"/>
                <a:sym typeface="Times New Roman"/>
              </a:rPr>
              <a:t>flagged </a:t>
            </a:r>
            <a:r>
              <a:rPr lang="en-US" sz="2400">
                <a:latin typeface="Times New Roman"/>
                <a:ea typeface="Times New Roman"/>
                <a:cs typeface="Times New Roman"/>
                <a:sym typeface="Times New Roman"/>
              </a:rPr>
              <a:t>(2) by all sorts of gendered labelling and gendered colour-coding, our brains will pick up such messages and </a:t>
            </a:r>
            <a:r>
              <a:rPr b="1" lang="en-US" sz="2400">
                <a:latin typeface="Times New Roman"/>
                <a:ea typeface="Times New Roman"/>
                <a:cs typeface="Times New Roman"/>
                <a:sym typeface="Times New Roman"/>
              </a:rPr>
              <a:t>drive</a:t>
            </a:r>
            <a:r>
              <a:rPr lang="en-US" sz="2400">
                <a:latin typeface="Times New Roman"/>
                <a:ea typeface="Times New Roman"/>
                <a:cs typeface="Times New Roman"/>
                <a:sym typeface="Times New Roman"/>
              </a:rPr>
              <a:t> (3) their owners to behave ‘</a:t>
            </a:r>
            <a:r>
              <a:rPr b="1" lang="en-US" sz="2400">
                <a:latin typeface="Times New Roman"/>
                <a:ea typeface="Times New Roman"/>
                <a:cs typeface="Times New Roman"/>
                <a:sym typeface="Times New Roman"/>
              </a:rPr>
              <a:t>appropriately</a:t>
            </a:r>
            <a:r>
              <a:rPr lang="en-US" sz="2400">
                <a:latin typeface="Times New Roman"/>
                <a:ea typeface="Times New Roman"/>
                <a:cs typeface="Times New Roman"/>
                <a:sym typeface="Times New Roman"/>
              </a:rPr>
              <a:t>’ (4). Babies come into the world like tiny social sponges</a:t>
            </a:r>
            <a:r>
              <a:rPr b="1" lang="en-US" sz="2400">
                <a:latin typeface="Times New Roman"/>
                <a:ea typeface="Times New Roman"/>
                <a:cs typeface="Times New Roman"/>
                <a:sym typeface="Times New Roman"/>
              </a:rPr>
              <a:t>, </a:t>
            </a:r>
            <a:r>
              <a:rPr lang="en-US" sz="2400">
                <a:latin typeface="Times New Roman"/>
                <a:ea typeface="Times New Roman"/>
                <a:cs typeface="Times New Roman"/>
                <a:sym typeface="Times New Roman"/>
              </a:rPr>
              <a:t>picking up social </a:t>
            </a:r>
            <a:r>
              <a:rPr b="1" lang="en-US" sz="2400">
                <a:latin typeface="Times New Roman"/>
                <a:ea typeface="Times New Roman"/>
                <a:cs typeface="Times New Roman"/>
                <a:sym typeface="Times New Roman"/>
              </a:rPr>
              <a:t>hints </a:t>
            </a:r>
            <a:r>
              <a:rPr lang="en-US" sz="2400">
                <a:latin typeface="Times New Roman"/>
                <a:ea typeface="Times New Roman"/>
                <a:cs typeface="Times New Roman"/>
                <a:sym typeface="Times New Roman"/>
              </a:rPr>
              <a:t>(5) from the world around them – the </a:t>
            </a:r>
            <a:r>
              <a:rPr b="1" lang="en-US" sz="2400">
                <a:latin typeface="Times New Roman"/>
                <a:ea typeface="Times New Roman"/>
                <a:cs typeface="Times New Roman"/>
                <a:sym typeface="Times New Roman"/>
              </a:rPr>
              <a:t>sight </a:t>
            </a:r>
            <a:r>
              <a:rPr lang="en-US" sz="2400">
                <a:latin typeface="Times New Roman"/>
                <a:ea typeface="Times New Roman"/>
                <a:cs typeface="Times New Roman"/>
                <a:sym typeface="Times New Roman"/>
              </a:rPr>
              <a:t>(6) of a familiar face, the sound of a </a:t>
            </a:r>
            <a:r>
              <a:rPr b="1" lang="en-US" sz="2400">
                <a:latin typeface="Times New Roman"/>
                <a:ea typeface="Times New Roman"/>
                <a:cs typeface="Times New Roman"/>
                <a:sym typeface="Times New Roman"/>
              </a:rPr>
              <a:t>familiar</a:t>
            </a:r>
            <a:r>
              <a:rPr lang="en-US" sz="2400">
                <a:latin typeface="Times New Roman"/>
                <a:ea typeface="Times New Roman"/>
                <a:cs typeface="Times New Roman"/>
                <a:sym typeface="Times New Roman"/>
              </a:rPr>
              <a:t> (7) voice – and they rapidly turn into junior gender detectives, eagerly hunting for clues as to what being a girl or a boy means, what girls or boys should be wearing or what they should be playing with. If the answers to their questions bring different </a:t>
            </a:r>
            <a:r>
              <a:rPr b="1" lang="en-US" sz="2400">
                <a:latin typeface="Times New Roman"/>
                <a:ea typeface="Times New Roman"/>
                <a:cs typeface="Times New Roman"/>
                <a:sym typeface="Times New Roman"/>
              </a:rPr>
              <a:t>experiences </a:t>
            </a:r>
            <a:r>
              <a:rPr lang="en-US" sz="2400">
                <a:latin typeface="Times New Roman"/>
                <a:ea typeface="Times New Roman"/>
                <a:cs typeface="Times New Roman"/>
                <a:sym typeface="Times New Roman"/>
              </a:rPr>
              <a:t>(8), different </a:t>
            </a:r>
            <a:r>
              <a:rPr b="1" lang="en-US" sz="2400">
                <a:latin typeface="Times New Roman"/>
                <a:ea typeface="Times New Roman"/>
                <a:cs typeface="Times New Roman"/>
                <a:sym typeface="Times New Roman"/>
              </a:rPr>
              <a:t>expectations </a:t>
            </a:r>
            <a:r>
              <a:rPr lang="en-US" sz="2400">
                <a:latin typeface="Times New Roman"/>
                <a:ea typeface="Times New Roman"/>
                <a:cs typeface="Times New Roman"/>
                <a:sym typeface="Times New Roman"/>
              </a:rPr>
              <a:t>(9), then this will be </a:t>
            </a:r>
            <a:r>
              <a:rPr b="1" lang="en-US" sz="2400">
                <a:latin typeface="Times New Roman"/>
                <a:ea typeface="Times New Roman"/>
                <a:cs typeface="Times New Roman"/>
                <a:sym typeface="Times New Roman"/>
              </a:rPr>
              <a:t>reflected </a:t>
            </a:r>
            <a:r>
              <a:rPr lang="en-US" sz="2400">
                <a:latin typeface="Times New Roman"/>
                <a:ea typeface="Times New Roman"/>
                <a:cs typeface="Times New Roman"/>
                <a:sym typeface="Times New Roman"/>
              </a:rPr>
              <a:t>(10) in their brains and their behaviour. A gendered world produces a gendered brain. </a:t>
            </a:r>
            <a:endParaRPr sz="2400"/>
          </a:p>
          <a:p>
            <a:pPr indent="0" lvl="0" marL="0" rtl="0" algn="r">
              <a:lnSpc>
                <a:spcPct val="100000"/>
              </a:lnSpc>
              <a:spcBef>
                <a:spcPts val="1000"/>
              </a:spcBef>
              <a:spcAft>
                <a:spcPts val="0"/>
              </a:spcAft>
              <a:buClr>
                <a:schemeClr val="dk2"/>
              </a:buClr>
              <a:buSzPts val="1300"/>
              <a:buFont typeface="Times New Roman"/>
              <a:buNone/>
            </a:pPr>
            <a:r>
              <a:rPr lang="en-US" sz="2400">
                <a:latin typeface="Times New Roman"/>
                <a:ea typeface="Times New Roman"/>
                <a:cs typeface="Times New Roman"/>
                <a:sym typeface="Times New Roman"/>
              </a:rPr>
              <a:t>Source: https://aeon.co/essays/is-pink-for-girls-and-blue-for-boys-biology-or-conditioning</a:t>
            </a:r>
            <a:endParaRPr sz="2400">
              <a:latin typeface="Times New Roman"/>
              <a:ea typeface="Times New Roman"/>
              <a:cs typeface="Times New Roman"/>
              <a:sym typeface="Times New Roman"/>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1" name="Shape 241"/>
        <p:cNvGrpSpPr/>
        <p:nvPr/>
      </p:nvGrpSpPr>
      <p:grpSpPr>
        <a:xfrm>
          <a:off x="0" y="0"/>
          <a:ext cx="0" cy="0"/>
          <a:chOff x="0" y="0"/>
          <a:chExt cx="0" cy="0"/>
        </a:xfrm>
      </p:grpSpPr>
      <p:sp>
        <p:nvSpPr>
          <p:cNvPr id="242" name="Google Shape;242;p22"/>
          <p:cNvSpPr txBox="1"/>
          <p:nvPr>
            <p:ph type="title"/>
          </p:nvPr>
        </p:nvSpPr>
        <p:spPr>
          <a:xfrm>
            <a:off x="3785493" y="2751483"/>
            <a:ext cx="4621011" cy="1355033"/>
          </a:xfrm>
          <a:prstGeom prst="rect">
            <a:avLst/>
          </a:prstGeom>
          <a:solidFill>
            <a:srgbClr val="C9ABE3"/>
          </a:solidFill>
          <a:ln cap="flat" cmpd="sng" w="9525">
            <a:solidFill>
              <a:srgbClr val="002060"/>
            </a:solidFill>
            <a:prstDash val="solid"/>
            <a:round/>
            <a:headEnd len="sm" w="sm" type="none"/>
            <a:tailEnd len="sm" w="sm" type="none"/>
          </a:ln>
        </p:spPr>
        <p:txBody>
          <a:bodyPr anchorCtr="0" anchor="b" bIns="45700" lIns="91425" spcFirstLastPara="1" rIns="91425" wrap="square" tIns="45700">
            <a:noAutofit/>
          </a:bodyPr>
          <a:lstStyle/>
          <a:p>
            <a:pPr indent="0" lvl="0" marL="0" rtl="0" algn="ctr">
              <a:lnSpc>
                <a:spcPct val="110000"/>
              </a:lnSpc>
              <a:spcBef>
                <a:spcPts val="0"/>
              </a:spcBef>
              <a:spcAft>
                <a:spcPts val="0"/>
              </a:spcAft>
              <a:buClr>
                <a:schemeClr val="dk2"/>
              </a:buClr>
              <a:buSzPts val="8000"/>
              <a:buFont typeface="Bell MT"/>
              <a:buNone/>
            </a:pPr>
            <a:r>
              <a:rPr b="1" lang="en-US" sz="8000">
                <a:latin typeface="Bell MT"/>
                <a:ea typeface="Bell MT"/>
                <a:cs typeface="Bell MT"/>
                <a:sym typeface="Bell MT"/>
              </a:rPr>
              <a:t>Answers</a:t>
            </a:r>
            <a:endParaRPr/>
          </a:p>
        </p:txBody>
      </p:sp>
      <p:sp>
        <p:nvSpPr>
          <p:cNvPr id="243" name="Google Shape;243;p22"/>
          <p:cNvSpPr txBox="1"/>
          <p:nvPr>
            <p:ph idx="1" type="body"/>
          </p:nvPr>
        </p:nvSpPr>
        <p:spPr>
          <a:xfrm>
            <a:off x="221226" y="815008"/>
            <a:ext cx="11749547" cy="5944669"/>
          </a:xfrm>
          <a:prstGeom prst="rect">
            <a:avLst/>
          </a:prstGeom>
          <a:noFill/>
          <a:ln>
            <a:noFill/>
          </a:ln>
        </p:spPr>
        <p:txBody>
          <a:bodyPr anchorCtr="0" anchor="t" bIns="45700" lIns="91425" spcFirstLastPara="1" rIns="91425" wrap="square" tIns="45700">
            <a:noAutofit/>
          </a:bodyPr>
          <a:lstStyle/>
          <a:p>
            <a:pPr indent="-203200" lvl="0" marL="342900" rtl="0" algn="l">
              <a:lnSpc>
                <a:spcPct val="107000"/>
              </a:lnSpc>
              <a:spcBef>
                <a:spcPts val="0"/>
              </a:spcBef>
              <a:spcAft>
                <a:spcPts val="0"/>
              </a:spcAft>
              <a:buClr>
                <a:schemeClr val="dk2"/>
              </a:buClr>
              <a:buSzPts val="2200"/>
              <a:buFont typeface="Arial"/>
              <a:buNone/>
            </a:pPr>
            <a:r>
              <a:t/>
            </a:r>
            <a:endParaRPr b="1" sz="2200">
              <a:latin typeface="Times New Roman"/>
              <a:ea typeface="Times New Roman"/>
              <a:cs typeface="Times New Roman"/>
              <a:sym typeface="Times New Roman"/>
            </a:endParaRPr>
          </a:p>
          <a:p>
            <a:pPr indent="-203200" lvl="0" marL="342900" rtl="0" algn="l">
              <a:lnSpc>
                <a:spcPct val="107000"/>
              </a:lnSpc>
              <a:spcBef>
                <a:spcPts val="1000"/>
              </a:spcBef>
              <a:spcAft>
                <a:spcPts val="0"/>
              </a:spcAft>
              <a:buClr>
                <a:schemeClr val="dk2"/>
              </a:buClr>
              <a:buSzPts val="2200"/>
              <a:buFont typeface="Arial"/>
              <a:buNone/>
            </a:pPr>
            <a:r>
              <a:t/>
            </a:r>
            <a:endParaRPr sz="2200">
              <a:latin typeface="Arial"/>
              <a:ea typeface="Arial"/>
              <a:cs typeface="Arial"/>
              <a:sym typeface="Arial"/>
            </a:endParaRPr>
          </a:p>
          <a:p>
            <a:pPr indent="0" lvl="0" marL="685800" rtl="0" algn="l">
              <a:lnSpc>
                <a:spcPct val="107000"/>
              </a:lnSpc>
              <a:spcBef>
                <a:spcPts val="1000"/>
              </a:spcBef>
              <a:spcAft>
                <a:spcPts val="0"/>
              </a:spcAft>
              <a:buClr>
                <a:schemeClr val="dk2"/>
              </a:buClr>
              <a:buSzPts val="2200"/>
              <a:buFont typeface="Times New Roman"/>
              <a:buNone/>
            </a:pPr>
            <a:r>
              <a:rPr lang="en-US" sz="2200">
                <a:latin typeface="Times New Roman"/>
                <a:ea typeface="Times New Roman"/>
                <a:cs typeface="Times New Roman"/>
                <a:sym typeface="Times New Roman"/>
              </a:rPr>
              <a:t> </a:t>
            </a:r>
            <a:endParaRPr sz="2200">
              <a:latin typeface="Arial"/>
              <a:ea typeface="Arial"/>
              <a:cs typeface="Arial"/>
              <a:sym typeface="Arial"/>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7" name="Shape 247"/>
        <p:cNvGrpSpPr/>
        <p:nvPr/>
      </p:nvGrpSpPr>
      <p:grpSpPr>
        <a:xfrm>
          <a:off x="0" y="0"/>
          <a:ext cx="0" cy="0"/>
          <a:chOff x="0" y="0"/>
          <a:chExt cx="0" cy="0"/>
        </a:xfrm>
      </p:grpSpPr>
      <p:sp>
        <p:nvSpPr>
          <p:cNvPr id="248" name="Google Shape;248;p23"/>
          <p:cNvSpPr txBox="1"/>
          <p:nvPr>
            <p:ph idx="1" type="body"/>
          </p:nvPr>
        </p:nvSpPr>
        <p:spPr>
          <a:xfrm>
            <a:off x="221226" y="0"/>
            <a:ext cx="11749547" cy="6612193"/>
          </a:xfrm>
          <a:prstGeom prst="rect">
            <a:avLst/>
          </a:prstGeom>
          <a:noFill/>
          <a:ln>
            <a:noFill/>
          </a:ln>
        </p:spPr>
        <p:txBody>
          <a:bodyPr anchorCtr="0" anchor="t" bIns="45700" lIns="91425" spcFirstLastPara="1" rIns="91425" wrap="square" tIns="45700">
            <a:noAutofit/>
          </a:bodyPr>
          <a:lstStyle/>
          <a:p>
            <a:pPr indent="-514350" lvl="0" marL="514350" rtl="0" algn="l">
              <a:lnSpc>
                <a:spcPct val="107000"/>
              </a:lnSpc>
              <a:spcBef>
                <a:spcPts val="0"/>
              </a:spcBef>
              <a:spcAft>
                <a:spcPts val="0"/>
              </a:spcAft>
              <a:buClr>
                <a:schemeClr val="dk2"/>
              </a:buClr>
              <a:buSzPts val="2700"/>
              <a:buFont typeface="Times New Roman"/>
              <a:buAutoNum type="arabicPeriod"/>
            </a:pPr>
            <a:r>
              <a:rPr b="1" lang="en-US" sz="2700">
                <a:latin typeface="Times New Roman"/>
                <a:ea typeface="Times New Roman"/>
                <a:cs typeface="Times New Roman"/>
                <a:sym typeface="Times New Roman"/>
              </a:rPr>
              <a:t>Replace each bold word with its synonym </a:t>
            </a:r>
            <a:endParaRPr/>
          </a:p>
          <a:p>
            <a:pPr indent="0" lvl="0" marL="0" rtl="0" algn="l">
              <a:lnSpc>
                <a:spcPct val="107000"/>
              </a:lnSpc>
              <a:spcBef>
                <a:spcPts val="1000"/>
              </a:spcBef>
              <a:spcAft>
                <a:spcPts val="0"/>
              </a:spcAft>
              <a:buClr>
                <a:schemeClr val="dk2"/>
              </a:buClr>
              <a:buSzPts val="2700"/>
              <a:buFont typeface="Arial"/>
              <a:buNone/>
            </a:pPr>
            <a:r>
              <a:t/>
            </a:r>
            <a:endParaRPr b="1" sz="2700">
              <a:latin typeface="Times New Roman"/>
              <a:ea typeface="Times New Roman"/>
              <a:cs typeface="Times New Roman"/>
              <a:sym typeface="Times New Roman"/>
            </a:endParaRPr>
          </a:p>
          <a:p>
            <a:pPr indent="0" lvl="0" marL="0" rtl="0" algn="l">
              <a:lnSpc>
                <a:spcPct val="107000"/>
              </a:lnSpc>
              <a:spcBef>
                <a:spcPts val="1000"/>
              </a:spcBef>
              <a:spcAft>
                <a:spcPts val="0"/>
              </a:spcAft>
              <a:buClr>
                <a:schemeClr val="dk2"/>
              </a:buClr>
              <a:buSzPts val="2700"/>
              <a:buFont typeface="Times New Roman"/>
              <a:buNone/>
            </a:pPr>
            <a:r>
              <a:rPr lang="en-US" sz="2700">
                <a:latin typeface="Times New Roman"/>
                <a:ea typeface="Times New Roman"/>
                <a:cs typeface="Times New Roman"/>
                <a:sym typeface="Times New Roman"/>
              </a:rPr>
              <a:t>(1)Intricate/problematic/complex/complicated/hard/tough/challenging</a:t>
            </a:r>
            <a:endParaRPr/>
          </a:p>
          <a:p>
            <a:pPr indent="0" lvl="0" marL="0" rtl="0" algn="l">
              <a:lnSpc>
                <a:spcPct val="107000"/>
              </a:lnSpc>
              <a:spcBef>
                <a:spcPts val="1000"/>
              </a:spcBef>
              <a:spcAft>
                <a:spcPts val="0"/>
              </a:spcAft>
              <a:buClr>
                <a:schemeClr val="dk2"/>
              </a:buClr>
              <a:buSzPts val="2700"/>
              <a:buFont typeface="Times New Roman"/>
              <a:buNone/>
            </a:pPr>
            <a:r>
              <a:rPr lang="en-US" sz="2700">
                <a:latin typeface="Times New Roman"/>
                <a:ea typeface="Times New Roman"/>
                <a:cs typeface="Times New Roman"/>
                <a:sym typeface="Times New Roman"/>
              </a:rPr>
              <a:t>(2) Imbued/occupied/overwhelmed</a:t>
            </a:r>
            <a:endParaRPr/>
          </a:p>
          <a:p>
            <a:pPr indent="0" lvl="0" marL="0" rtl="0" algn="l">
              <a:lnSpc>
                <a:spcPct val="107000"/>
              </a:lnSpc>
              <a:spcBef>
                <a:spcPts val="1000"/>
              </a:spcBef>
              <a:spcAft>
                <a:spcPts val="0"/>
              </a:spcAft>
              <a:buClr>
                <a:schemeClr val="dk2"/>
              </a:buClr>
              <a:buSzPts val="2700"/>
              <a:buFont typeface="Times New Roman"/>
              <a:buNone/>
            </a:pPr>
            <a:r>
              <a:rPr lang="en-US" sz="2700">
                <a:latin typeface="Times New Roman"/>
                <a:ea typeface="Times New Roman"/>
                <a:cs typeface="Times New Roman"/>
                <a:sym typeface="Times New Roman"/>
              </a:rPr>
              <a:t>(3) Exhilaration/enthusiasm/joy</a:t>
            </a:r>
            <a:endParaRPr/>
          </a:p>
          <a:p>
            <a:pPr indent="0" lvl="0" marL="0" rtl="0" algn="l">
              <a:lnSpc>
                <a:spcPct val="107000"/>
              </a:lnSpc>
              <a:spcBef>
                <a:spcPts val="1000"/>
              </a:spcBef>
              <a:spcAft>
                <a:spcPts val="0"/>
              </a:spcAft>
              <a:buClr>
                <a:schemeClr val="dk2"/>
              </a:buClr>
              <a:buSzPts val="2700"/>
              <a:buFont typeface="Times New Roman"/>
              <a:buNone/>
            </a:pPr>
            <a:r>
              <a:rPr lang="en-US" sz="2700">
                <a:latin typeface="Times New Roman"/>
                <a:ea typeface="Times New Roman"/>
                <a:cs typeface="Times New Roman"/>
                <a:sym typeface="Times New Roman"/>
              </a:rPr>
              <a:t>(4) Craze/attraction/excitement</a:t>
            </a:r>
            <a:endParaRPr/>
          </a:p>
          <a:p>
            <a:pPr indent="0" lvl="0" marL="0" rtl="0" algn="l">
              <a:lnSpc>
                <a:spcPct val="107000"/>
              </a:lnSpc>
              <a:spcBef>
                <a:spcPts val="1000"/>
              </a:spcBef>
              <a:spcAft>
                <a:spcPts val="0"/>
              </a:spcAft>
              <a:buClr>
                <a:schemeClr val="dk2"/>
              </a:buClr>
              <a:buSzPts val="2700"/>
              <a:buFont typeface="Times New Roman"/>
              <a:buNone/>
            </a:pPr>
            <a:r>
              <a:rPr lang="en-US" sz="2700">
                <a:latin typeface="Times New Roman"/>
                <a:ea typeface="Times New Roman"/>
                <a:cs typeface="Times New Roman"/>
                <a:sym typeface="Times New Roman"/>
              </a:rPr>
              <a:t>(5) consistently/ unfailingly</a:t>
            </a:r>
            <a:endParaRPr/>
          </a:p>
          <a:p>
            <a:pPr indent="0" lvl="0" marL="0" rtl="0" algn="l">
              <a:lnSpc>
                <a:spcPct val="107000"/>
              </a:lnSpc>
              <a:spcBef>
                <a:spcPts val="1000"/>
              </a:spcBef>
              <a:spcAft>
                <a:spcPts val="0"/>
              </a:spcAft>
              <a:buClr>
                <a:schemeClr val="dk2"/>
              </a:buClr>
              <a:buSzPts val="2700"/>
              <a:buFont typeface="Times New Roman"/>
              <a:buNone/>
            </a:pPr>
            <a:r>
              <a:rPr lang="en-US" sz="2700">
                <a:latin typeface="Times New Roman"/>
                <a:ea typeface="Times New Roman"/>
                <a:cs typeface="Times New Roman"/>
                <a:sym typeface="Times New Roman"/>
              </a:rPr>
              <a:t>(6) probability/ likelihood</a:t>
            </a:r>
            <a:endParaRPr/>
          </a:p>
          <a:p>
            <a:pPr indent="0" lvl="0" marL="0" rtl="0" algn="l">
              <a:lnSpc>
                <a:spcPct val="107000"/>
              </a:lnSpc>
              <a:spcBef>
                <a:spcPts val="1000"/>
              </a:spcBef>
              <a:spcAft>
                <a:spcPts val="0"/>
              </a:spcAft>
              <a:buClr>
                <a:schemeClr val="dk2"/>
              </a:buClr>
              <a:buSzPts val="2700"/>
              <a:buFont typeface="Times New Roman"/>
              <a:buNone/>
            </a:pPr>
            <a:r>
              <a:rPr lang="en-US" sz="2700">
                <a:latin typeface="Times New Roman"/>
                <a:ea typeface="Times New Roman"/>
                <a:cs typeface="Times New Roman"/>
                <a:sym typeface="Times New Roman"/>
              </a:rPr>
              <a:t>(7) Implausible/incredible/rare</a:t>
            </a:r>
            <a:endParaRPr/>
          </a:p>
          <a:p>
            <a:pPr indent="0" lvl="0" marL="0" rtl="0" algn="l">
              <a:lnSpc>
                <a:spcPct val="107000"/>
              </a:lnSpc>
              <a:spcBef>
                <a:spcPts val="1000"/>
              </a:spcBef>
              <a:spcAft>
                <a:spcPts val="0"/>
              </a:spcAft>
              <a:buClr>
                <a:schemeClr val="dk2"/>
              </a:buClr>
              <a:buSzPts val="2700"/>
              <a:buFont typeface="Times New Roman"/>
              <a:buNone/>
            </a:pPr>
            <a:r>
              <a:rPr lang="en-US" sz="2700">
                <a:latin typeface="Times New Roman"/>
                <a:ea typeface="Times New Roman"/>
                <a:cs typeface="Times New Roman"/>
                <a:sym typeface="Times New Roman"/>
              </a:rPr>
              <a:t>(8) Pursuit/search/hunt</a:t>
            </a:r>
            <a:endParaRPr/>
          </a:p>
          <a:p>
            <a:pPr indent="0" lvl="0" marL="0" rtl="0" algn="l">
              <a:lnSpc>
                <a:spcPct val="107000"/>
              </a:lnSpc>
              <a:spcBef>
                <a:spcPts val="1000"/>
              </a:spcBef>
              <a:spcAft>
                <a:spcPts val="0"/>
              </a:spcAft>
              <a:buClr>
                <a:schemeClr val="dk2"/>
              </a:buClr>
              <a:buSzPts val="2700"/>
              <a:buFont typeface="Times New Roman"/>
              <a:buNone/>
            </a:pPr>
            <a:r>
              <a:rPr lang="en-US" sz="2700">
                <a:latin typeface="Times New Roman"/>
                <a:ea typeface="Times New Roman"/>
                <a:cs typeface="Times New Roman"/>
                <a:sym typeface="Times New Roman"/>
              </a:rPr>
              <a:t>(9) Exploit/endeavour</a:t>
            </a:r>
            <a:endParaRPr sz="2700">
              <a:latin typeface="Times New Roman"/>
              <a:ea typeface="Times New Roman"/>
              <a:cs typeface="Times New Roman"/>
              <a:sym typeface="Times New Roman"/>
            </a:endParaRPr>
          </a:p>
          <a:p>
            <a:pPr indent="0" lvl="0" marL="0" rtl="0" algn="l">
              <a:lnSpc>
                <a:spcPct val="107000"/>
              </a:lnSpc>
              <a:spcBef>
                <a:spcPts val="1000"/>
              </a:spcBef>
              <a:spcAft>
                <a:spcPts val="0"/>
              </a:spcAft>
              <a:buClr>
                <a:schemeClr val="dk2"/>
              </a:buClr>
              <a:buSzPts val="2700"/>
              <a:buFont typeface="Times New Roman"/>
              <a:buNone/>
            </a:pPr>
            <a:r>
              <a:rPr lang="en-US" sz="2700">
                <a:latin typeface="Times New Roman"/>
                <a:ea typeface="Times New Roman"/>
                <a:cs typeface="Times New Roman"/>
                <a:sym typeface="Times New Roman"/>
              </a:rPr>
              <a:t>(10) Appliances/instruments</a:t>
            </a:r>
            <a:endParaRPr b="1" sz="2700">
              <a:latin typeface="Times New Roman"/>
              <a:ea typeface="Times New Roman"/>
              <a:cs typeface="Times New Roman"/>
              <a:sym typeface="Times New Roman"/>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2" name="Shape 252"/>
        <p:cNvGrpSpPr/>
        <p:nvPr/>
      </p:nvGrpSpPr>
      <p:grpSpPr>
        <a:xfrm>
          <a:off x="0" y="0"/>
          <a:ext cx="0" cy="0"/>
          <a:chOff x="0" y="0"/>
          <a:chExt cx="0" cy="0"/>
        </a:xfrm>
      </p:grpSpPr>
      <p:sp>
        <p:nvSpPr>
          <p:cNvPr id="253" name="Google Shape;253;p24"/>
          <p:cNvSpPr txBox="1"/>
          <p:nvPr>
            <p:ph idx="1" type="body"/>
          </p:nvPr>
        </p:nvSpPr>
        <p:spPr>
          <a:xfrm>
            <a:off x="221226" y="147484"/>
            <a:ext cx="11749547" cy="6612193"/>
          </a:xfrm>
          <a:prstGeom prst="rect">
            <a:avLst/>
          </a:prstGeom>
          <a:noFill/>
          <a:ln>
            <a:noFill/>
          </a:ln>
        </p:spPr>
        <p:txBody>
          <a:bodyPr anchorCtr="0" anchor="t" bIns="45700" lIns="91425" spcFirstLastPara="1" rIns="91425" wrap="square" tIns="45700">
            <a:noAutofit/>
          </a:bodyPr>
          <a:lstStyle/>
          <a:p>
            <a:pPr indent="0" lvl="0" marL="0" rtl="0" algn="l">
              <a:lnSpc>
                <a:spcPct val="107000"/>
              </a:lnSpc>
              <a:spcBef>
                <a:spcPts val="0"/>
              </a:spcBef>
              <a:spcAft>
                <a:spcPts val="0"/>
              </a:spcAft>
              <a:buClr>
                <a:schemeClr val="dk2"/>
              </a:buClr>
              <a:buSzPts val="2500"/>
              <a:buFont typeface="Times New Roman"/>
              <a:buNone/>
            </a:pPr>
            <a:r>
              <a:rPr lang="en-US" sz="2500">
                <a:latin typeface="Times New Roman"/>
                <a:ea typeface="Times New Roman"/>
                <a:cs typeface="Times New Roman"/>
                <a:sym typeface="Times New Roman"/>
              </a:rPr>
              <a:t>2. </a:t>
            </a:r>
            <a:r>
              <a:rPr b="1" lang="en-US" sz="2500">
                <a:latin typeface="Times New Roman"/>
                <a:ea typeface="Times New Roman"/>
                <a:cs typeface="Times New Roman"/>
                <a:sym typeface="Times New Roman"/>
              </a:rPr>
              <a:t>Replace each highlighted word with an appropriate synonym</a:t>
            </a:r>
            <a:endParaRPr/>
          </a:p>
          <a:p>
            <a:pPr indent="0" lvl="0" marL="0" rtl="0" algn="l">
              <a:lnSpc>
                <a:spcPct val="107000"/>
              </a:lnSpc>
              <a:spcBef>
                <a:spcPts val="1000"/>
              </a:spcBef>
              <a:spcAft>
                <a:spcPts val="0"/>
              </a:spcAft>
              <a:buClr>
                <a:schemeClr val="dk2"/>
              </a:buClr>
              <a:buSzPts val="2000"/>
              <a:buFont typeface="Arial"/>
              <a:buNone/>
            </a:pPr>
            <a:r>
              <a:t/>
            </a:r>
            <a:endParaRPr>
              <a:latin typeface="Arial"/>
              <a:ea typeface="Arial"/>
              <a:cs typeface="Arial"/>
              <a:sym typeface="Arial"/>
            </a:endParaRPr>
          </a:p>
          <a:p>
            <a:pPr indent="0" lvl="0" marL="0" rtl="0" algn="l">
              <a:lnSpc>
                <a:spcPct val="107000"/>
              </a:lnSpc>
              <a:spcBef>
                <a:spcPts val="1000"/>
              </a:spcBef>
              <a:spcAft>
                <a:spcPts val="0"/>
              </a:spcAft>
              <a:buClr>
                <a:schemeClr val="dk2"/>
              </a:buClr>
              <a:buSzPts val="2700"/>
              <a:buFont typeface="Times New Roman"/>
              <a:buNone/>
            </a:pPr>
            <a:r>
              <a:rPr b="1" lang="en-US" sz="2700">
                <a:latin typeface="Times New Roman"/>
                <a:ea typeface="Times New Roman"/>
                <a:cs typeface="Times New Roman"/>
                <a:sym typeface="Times New Roman"/>
              </a:rPr>
              <a:t>scouring</a:t>
            </a:r>
            <a:r>
              <a:rPr lang="en-US" sz="2700">
                <a:latin typeface="Times New Roman"/>
                <a:ea typeface="Times New Roman"/>
                <a:cs typeface="Times New Roman"/>
                <a:sym typeface="Times New Roman"/>
              </a:rPr>
              <a:t> (1) : searching/ exploring</a:t>
            </a:r>
            <a:endParaRPr/>
          </a:p>
          <a:p>
            <a:pPr indent="0" lvl="0" marL="0" rtl="0" algn="l">
              <a:lnSpc>
                <a:spcPct val="107000"/>
              </a:lnSpc>
              <a:spcBef>
                <a:spcPts val="1000"/>
              </a:spcBef>
              <a:spcAft>
                <a:spcPts val="0"/>
              </a:spcAft>
              <a:buClr>
                <a:schemeClr val="dk2"/>
              </a:buClr>
              <a:buSzPts val="2700"/>
              <a:buFont typeface="Times New Roman"/>
              <a:buNone/>
            </a:pPr>
            <a:r>
              <a:rPr b="1" lang="en-US" sz="2700">
                <a:latin typeface="Times New Roman"/>
                <a:ea typeface="Times New Roman"/>
                <a:cs typeface="Times New Roman"/>
                <a:sym typeface="Times New Roman"/>
              </a:rPr>
              <a:t>flagged </a:t>
            </a:r>
            <a:r>
              <a:rPr lang="en-US" sz="2700">
                <a:latin typeface="Times New Roman"/>
                <a:ea typeface="Times New Roman"/>
                <a:cs typeface="Times New Roman"/>
                <a:sym typeface="Times New Roman"/>
              </a:rPr>
              <a:t>(2) : identified/ labelled/ marked</a:t>
            </a:r>
            <a:endParaRPr/>
          </a:p>
          <a:p>
            <a:pPr indent="0" lvl="0" marL="0" rtl="0" algn="l">
              <a:lnSpc>
                <a:spcPct val="107000"/>
              </a:lnSpc>
              <a:spcBef>
                <a:spcPts val="1000"/>
              </a:spcBef>
              <a:spcAft>
                <a:spcPts val="0"/>
              </a:spcAft>
              <a:buClr>
                <a:schemeClr val="dk2"/>
              </a:buClr>
              <a:buSzPts val="2700"/>
              <a:buFont typeface="Times New Roman"/>
              <a:buNone/>
            </a:pPr>
            <a:r>
              <a:rPr b="1" lang="en-US" sz="2700">
                <a:latin typeface="Times New Roman"/>
                <a:ea typeface="Times New Roman"/>
                <a:cs typeface="Times New Roman"/>
                <a:sym typeface="Times New Roman"/>
              </a:rPr>
              <a:t>drive</a:t>
            </a:r>
            <a:r>
              <a:rPr lang="en-US" sz="2700">
                <a:latin typeface="Times New Roman"/>
                <a:ea typeface="Times New Roman"/>
                <a:cs typeface="Times New Roman"/>
                <a:sym typeface="Times New Roman"/>
              </a:rPr>
              <a:t> (3) : motivate/ impel/ compel</a:t>
            </a:r>
            <a:endParaRPr sz="2700">
              <a:latin typeface="Times New Roman"/>
              <a:ea typeface="Times New Roman"/>
              <a:cs typeface="Times New Roman"/>
              <a:sym typeface="Times New Roman"/>
            </a:endParaRPr>
          </a:p>
          <a:p>
            <a:pPr indent="0" lvl="0" marL="0" rtl="0" algn="l">
              <a:lnSpc>
                <a:spcPct val="107000"/>
              </a:lnSpc>
              <a:spcBef>
                <a:spcPts val="1000"/>
              </a:spcBef>
              <a:spcAft>
                <a:spcPts val="0"/>
              </a:spcAft>
              <a:buClr>
                <a:schemeClr val="dk2"/>
              </a:buClr>
              <a:buSzPts val="2700"/>
              <a:buFont typeface="Times New Roman"/>
              <a:buNone/>
            </a:pPr>
            <a:r>
              <a:rPr b="1" lang="en-US" sz="2700">
                <a:latin typeface="Times New Roman"/>
                <a:ea typeface="Times New Roman"/>
                <a:cs typeface="Times New Roman"/>
                <a:sym typeface="Times New Roman"/>
              </a:rPr>
              <a:t>appropriately</a:t>
            </a:r>
            <a:r>
              <a:rPr lang="en-US" sz="2700">
                <a:latin typeface="Times New Roman"/>
                <a:ea typeface="Times New Roman"/>
                <a:cs typeface="Times New Roman"/>
                <a:sym typeface="Times New Roman"/>
              </a:rPr>
              <a:t>’ (4) : properly/ correctly</a:t>
            </a:r>
            <a:endParaRPr/>
          </a:p>
          <a:p>
            <a:pPr indent="0" lvl="0" marL="0" rtl="0" algn="l">
              <a:lnSpc>
                <a:spcPct val="107000"/>
              </a:lnSpc>
              <a:spcBef>
                <a:spcPts val="1000"/>
              </a:spcBef>
              <a:spcAft>
                <a:spcPts val="0"/>
              </a:spcAft>
              <a:buClr>
                <a:schemeClr val="dk2"/>
              </a:buClr>
              <a:buSzPts val="2700"/>
              <a:buFont typeface="Times New Roman"/>
              <a:buNone/>
            </a:pPr>
            <a:r>
              <a:rPr b="1" lang="en-US" sz="2700">
                <a:latin typeface="Times New Roman"/>
                <a:ea typeface="Times New Roman"/>
                <a:cs typeface="Times New Roman"/>
                <a:sym typeface="Times New Roman"/>
              </a:rPr>
              <a:t>hints </a:t>
            </a:r>
            <a:r>
              <a:rPr lang="en-US" sz="2700">
                <a:latin typeface="Times New Roman"/>
                <a:ea typeface="Times New Roman"/>
                <a:cs typeface="Times New Roman"/>
                <a:sym typeface="Times New Roman"/>
              </a:rPr>
              <a:t>(5) : prompts/ cues/ clues</a:t>
            </a:r>
            <a:endParaRPr/>
          </a:p>
          <a:p>
            <a:pPr indent="0" lvl="0" marL="0" rtl="0" algn="l">
              <a:lnSpc>
                <a:spcPct val="107000"/>
              </a:lnSpc>
              <a:spcBef>
                <a:spcPts val="1000"/>
              </a:spcBef>
              <a:spcAft>
                <a:spcPts val="0"/>
              </a:spcAft>
              <a:buClr>
                <a:schemeClr val="dk2"/>
              </a:buClr>
              <a:buSzPts val="2700"/>
              <a:buFont typeface="Times New Roman"/>
              <a:buNone/>
            </a:pPr>
            <a:r>
              <a:rPr b="1" lang="en-US" sz="2700">
                <a:latin typeface="Times New Roman"/>
                <a:ea typeface="Times New Roman"/>
                <a:cs typeface="Times New Roman"/>
                <a:sym typeface="Times New Roman"/>
              </a:rPr>
              <a:t>sight </a:t>
            </a:r>
            <a:r>
              <a:rPr lang="en-US" sz="2700">
                <a:latin typeface="Times New Roman"/>
                <a:ea typeface="Times New Roman"/>
                <a:cs typeface="Times New Roman"/>
                <a:sym typeface="Times New Roman"/>
              </a:rPr>
              <a:t>(6) : glimpse/ view</a:t>
            </a:r>
            <a:endParaRPr/>
          </a:p>
          <a:p>
            <a:pPr indent="0" lvl="0" marL="0" rtl="0" algn="l">
              <a:lnSpc>
                <a:spcPct val="107000"/>
              </a:lnSpc>
              <a:spcBef>
                <a:spcPts val="1000"/>
              </a:spcBef>
              <a:spcAft>
                <a:spcPts val="0"/>
              </a:spcAft>
              <a:buClr>
                <a:schemeClr val="dk2"/>
              </a:buClr>
              <a:buSzPts val="2700"/>
              <a:buFont typeface="Times New Roman"/>
              <a:buNone/>
            </a:pPr>
            <a:r>
              <a:rPr b="1" lang="en-US" sz="2700">
                <a:latin typeface="Times New Roman"/>
                <a:ea typeface="Times New Roman"/>
                <a:cs typeface="Times New Roman"/>
                <a:sym typeface="Times New Roman"/>
              </a:rPr>
              <a:t>familiar</a:t>
            </a:r>
            <a:r>
              <a:rPr lang="en-US" sz="2700">
                <a:latin typeface="Times New Roman"/>
                <a:ea typeface="Times New Roman"/>
                <a:cs typeface="Times New Roman"/>
                <a:sym typeface="Times New Roman"/>
              </a:rPr>
              <a:t> (7) : known/ close</a:t>
            </a:r>
            <a:endParaRPr sz="2700">
              <a:latin typeface="Times New Roman"/>
              <a:ea typeface="Times New Roman"/>
              <a:cs typeface="Times New Roman"/>
              <a:sym typeface="Times New Roman"/>
            </a:endParaRPr>
          </a:p>
          <a:p>
            <a:pPr indent="0" lvl="0" marL="0" rtl="0" algn="l">
              <a:lnSpc>
                <a:spcPct val="107000"/>
              </a:lnSpc>
              <a:spcBef>
                <a:spcPts val="1000"/>
              </a:spcBef>
              <a:spcAft>
                <a:spcPts val="0"/>
              </a:spcAft>
              <a:buClr>
                <a:schemeClr val="dk2"/>
              </a:buClr>
              <a:buSzPts val="2700"/>
              <a:buFont typeface="Times New Roman"/>
              <a:buNone/>
            </a:pPr>
            <a:r>
              <a:rPr b="1" lang="en-US" sz="2700">
                <a:latin typeface="Times New Roman"/>
                <a:ea typeface="Times New Roman"/>
                <a:cs typeface="Times New Roman"/>
                <a:sym typeface="Times New Roman"/>
              </a:rPr>
              <a:t>experiences </a:t>
            </a:r>
            <a:r>
              <a:rPr lang="en-US" sz="2700">
                <a:latin typeface="Times New Roman"/>
                <a:ea typeface="Times New Roman"/>
                <a:cs typeface="Times New Roman"/>
                <a:sym typeface="Times New Roman"/>
              </a:rPr>
              <a:t>(8) : incidents/ encounters</a:t>
            </a:r>
            <a:endParaRPr/>
          </a:p>
          <a:p>
            <a:pPr indent="0" lvl="0" marL="0" rtl="0" algn="l">
              <a:lnSpc>
                <a:spcPct val="107000"/>
              </a:lnSpc>
              <a:spcBef>
                <a:spcPts val="1000"/>
              </a:spcBef>
              <a:spcAft>
                <a:spcPts val="0"/>
              </a:spcAft>
              <a:buClr>
                <a:schemeClr val="dk2"/>
              </a:buClr>
              <a:buSzPts val="2700"/>
              <a:buFont typeface="Times New Roman"/>
              <a:buNone/>
            </a:pPr>
            <a:r>
              <a:rPr b="1" lang="en-US" sz="2700">
                <a:latin typeface="Times New Roman"/>
                <a:ea typeface="Times New Roman"/>
                <a:cs typeface="Times New Roman"/>
                <a:sym typeface="Times New Roman"/>
              </a:rPr>
              <a:t>expectations </a:t>
            </a:r>
            <a:r>
              <a:rPr lang="en-US" sz="2700">
                <a:latin typeface="Times New Roman"/>
                <a:ea typeface="Times New Roman"/>
                <a:cs typeface="Times New Roman"/>
                <a:sym typeface="Times New Roman"/>
              </a:rPr>
              <a:t>(9) : presuppositions/ predictions</a:t>
            </a:r>
            <a:endParaRPr/>
          </a:p>
          <a:p>
            <a:pPr indent="0" lvl="0" marL="0" rtl="0" algn="l">
              <a:lnSpc>
                <a:spcPct val="107000"/>
              </a:lnSpc>
              <a:spcBef>
                <a:spcPts val="1000"/>
              </a:spcBef>
              <a:spcAft>
                <a:spcPts val="0"/>
              </a:spcAft>
              <a:buClr>
                <a:schemeClr val="dk2"/>
              </a:buClr>
              <a:buSzPts val="2700"/>
              <a:buFont typeface="Times New Roman"/>
              <a:buNone/>
            </a:pPr>
            <a:r>
              <a:rPr b="1" lang="en-US" sz="2700">
                <a:latin typeface="Times New Roman"/>
                <a:ea typeface="Times New Roman"/>
                <a:cs typeface="Times New Roman"/>
                <a:sym typeface="Times New Roman"/>
              </a:rPr>
              <a:t>reflected </a:t>
            </a:r>
            <a:r>
              <a:rPr lang="en-US" sz="2700">
                <a:latin typeface="Times New Roman"/>
                <a:ea typeface="Times New Roman"/>
                <a:cs typeface="Times New Roman"/>
                <a:sym typeface="Times New Roman"/>
              </a:rPr>
              <a:t>(10) : mirrored/ imitated</a:t>
            </a:r>
            <a:endParaRPr sz="2700">
              <a:latin typeface="Times New Roman"/>
              <a:ea typeface="Times New Roman"/>
              <a:cs typeface="Times New Roman"/>
              <a:sym typeface="Times New Roman"/>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7" name="Shape 257"/>
        <p:cNvGrpSpPr/>
        <p:nvPr/>
      </p:nvGrpSpPr>
      <p:grpSpPr>
        <a:xfrm>
          <a:off x="0" y="0"/>
          <a:ext cx="0" cy="0"/>
          <a:chOff x="0" y="0"/>
          <a:chExt cx="0" cy="0"/>
        </a:xfrm>
      </p:grpSpPr>
      <p:sp>
        <p:nvSpPr>
          <p:cNvPr id="258" name="Google Shape;258;p25"/>
          <p:cNvSpPr txBox="1"/>
          <p:nvPr>
            <p:ph type="title"/>
          </p:nvPr>
        </p:nvSpPr>
        <p:spPr>
          <a:xfrm>
            <a:off x="1887794" y="2104103"/>
            <a:ext cx="8416412" cy="2527277"/>
          </a:xfrm>
          <a:prstGeom prst="rect">
            <a:avLst/>
          </a:prstGeom>
          <a:solidFill>
            <a:srgbClr val="C9ABE3"/>
          </a:solidFill>
          <a:ln cap="flat" cmpd="sng" w="9525">
            <a:solidFill>
              <a:srgbClr val="002060"/>
            </a:solidFill>
            <a:prstDash val="solid"/>
            <a:round/>
            <a:headEnd len="sm" w="sm" type="none"/>
            <a:tailEnd len="sm" w="sm" type="none"/>
          </a:ln>
        </p:spPr>
        <p:txBody>
          <a:bodyPr anchorCtr="0" anchor="b" bIns="45700" lIns="91425" spcFirstLastPara="1" rIns="91425" wrap="square" tIns="45700">
            <a:noAutofit/>
          </a:bodyPr>
          <a:lstStyle/>
          <a:p>
            <a:pPr indent="0" lvl="0" marL="0" rtl="0" algn="ctr">
              <a:lnSpc>
                <a:spcPct val="110000"/>
              </a:lnSpc>
              <a:spcBef>
                <a:spcPts val="0"/>
              </a:spcBef>
              <a:spcAft>
                <a:spcPts val="0"/>
              </a:spcAft>
              <a:buClr>
                <a:schemeClr val="dk2"/>
              </a:buClr>
              <a:buSzPts val="6000"/>
              <a:buFont typeface="Bell MT"/>
              <a:buNone/>
            </a:pPr>
            <a:r>
              <a:rPr b="1" lang="en-US" sz="6000">
                <a:latin typeface="Bell MT"/>
                <a:ea typeface="Bell MT"/>
                <a:cs typeface="Bell MT"/>
                <a:sym typeface="Bell MT"/>
              </a:rPr>
              <a:t>Antonyms</a:t>
            </a:r>
            <a:br>
              <a:rPr b="1" lang="en-US" sz="8000">
                <a:latin typeface="Bell MT"/>
                <a:ea typeface="Bell MT"/>
                <a:cs typeface="Bell MT"/>
                <a:sym typeface="Bell MT"/>
              </a:rPr>
            </a:br>
            <a:r>
              <a:rPr b="1" lang="en-US" sz="3000">
                <a:latin typeface="Bell MT"/>
                <a:ea typeface="Bell MT"/>
                <a:cs typeface="Bell MT"/>
                <a:sym typeface="Bell MT"/>
              </a:rPr>
              <a:t>(Exercises)</a:t>
            </a:r>
            <a:endParaRPr b="1" sz="8000">
              <a:latin typeface="Bell MT"/>
              <a:ea typeface="Bell MT"/>
              <a:cs typeface="Bell MT"/>
              <a:sym typeface="Bell MT"/>
            </a:endParaRPr>
          </a:p>
        </p:txBody>
      </p:sp>
      <p:sp>
        <p:nvSpPr>
          <p:cNvPr id="259" name="Google Shape;259;p25"/>
          <p:cNvSpPr txBox="1"/>
          <p:nvPr>
            <p:ph idx="1" type="body"/>
          </p:nvPr>
        </p:nvSpPr>
        <p:spPr>
          <a:xfrm>
            <a:off x="997974" y="5603317"/>
            <a:ext cx="11749547" cy="5944669"/>
          </a:xfrm>
          <a:prstGeom prst="rect">
            <a:avLst/>
          </a:prstGeom>
          <a:noFill/>
          <a:ln>
            <a:noFill/>
          </a:ln>
        </p:spPr>
        <p:txBody>
          <a:bodyPr anchorCtr="0" anchor="t" bIns="45700" lIns="91425" spcFirstLastPara="1" rIns="91425" wrap="square" tIns="45700">
            <a:noAutofit/>
          </a:bodyPr>
          <a:lstStyle/>
          <a:p>
            <a:pPr indent="-203200" lvl="0" marL="342900" rtl="0" algn="l">
              <a:lnSpc>
                <a:spcPct val="107000"/>
              </a:lnSpc>
              <a:spcBef>
                <a:spcPts val="0"/>
              </a:spcBef>
              <a:spcAft>
                <a:spcPts val="0"/>
              </a:spcAft>
              <a:buClr>
                <a:schemeClr val="dk2"/>
              </a:buClr>
              <a:buSzPts val="2200"/>
              <a:buFont typeface="Arial"/>
              <a:buNone/>
            </a:pPr>
            <a:r>
              <a:t/>
            </a:r>
            <a:endParaRPr b="1" sz="2200">
              <a:latin typeface="Times New Roman"/>
              <a:ea typeface="Times New Roman"/>
              <a:cs typeface="Times New Roman"/>
              <a:sym typeface="Times New Roman"/>
            </a:endParaRPr>
          </a:p>
          <a:p>
            <a:pPr indent="-203200" lvl="0" marL="342900" rtl="0" algn="l">
              <a:lnSpc>
                <a:spcPct val="107000"/>
              </a:lnSpc>
              <a:spcBef>
                <a:spcPts val="1000"/>
              </a:spcBef>
              <a:spcAft>
                <a:spcPts val="0"/>
              </a:spcAft>
              <a:buClr>
                <a:schemeClr val="dk2"/>
              </a:buClr>
              <a:buSzPts val="2200"/>
              <a:buFont typeface="Arial"/>
              <a:buNone/>
            </a:pPr>
            <a:r>
              <a:t/>
            </a:r>
            <a:endParaRPr sz="2200">
              <a:latin typeface="Arial"/>
              <a:ea typeface="Arial"/>
              <a:cs typeface="Arial"/>
              <a:sym typeface="Arial"/>
            </a:endParaRPr>
          </a:p>
          <a:p>
            <a:pPr indent="0" lvl="0" marL="685800" rtl="0" algn="l">
              <a:lnSpc>
                <a:spcPct val="107000"/>
              </a:lnSpc>
              <a:spcBef>
                <a:spcPts val="1000"/>
              </a:spcBef>
              <a:spcAft>
                <a:spcPts val="0"/>
              </a:spcAft>
              <a:buClr>
                <a:schemeClr val="dk2"/>
              </a:buClr>
              <a:buSzPts val="2200"/>
              <a:buFont typeface="Times New Roman"/>
              <a:buNone/>
            </a:pPr>
            <a:r>
              <a:rPr lang="en-US" sz="2200">
                <a:latin typeface="Times New Roman"/>
                <a:ea typeface="Times New Roman"/>
                <a:cs typeface="Times New Roman"/>
                <a:sym typeface="Times New Roman"/>
              </a:rPr>
              <a:t> </a:t>
            </a:r>
            <a:endParaRPr sz="2200">
              <a:latin typeface="Arial"/>
              <a:ea typeface="Arial"/>
              <a:cs typeface="Arial"/>
              <a:sym typeface="Arial"/>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3" name="Shape 263"/>
        <p:cNvGrpSpPr/>
        <p:nvPr/>
      </p:nvGrpSpPr>
      <p:grpSpPr>
        <a:xfrm>
          <a:off x="0" y="0"/>
          <a:ext cx="0" cy="0"/>
          <a:chOff x="0" y="0"/>
          <a:chExt cx="0" cy="0"/>
        </a:xfrm>
      </p:grpSpPr>
      <p:sp>
        <p:nvSpPr>
          <p:cNvPr id="264" name="Google Shape;264;p26"/>
          <p:cNvSpPr txBox="1"/>
          <p:nvPr>
            <p:ph idx="1" type="body"/>
          </p:nvPr>
        </p:nvSpPr>
        <p:spPr>
          <a:xfrm>
            <a:off x="221226" y="122903"/>
            <a:ext cx="11749547" cy="6612193"/>
          </a:xfrm>
          <a:prstGeom prst="rect">
            <a:avLst/>
          </a:prstGeom>
          <a:noFill/>
          <a:ln>
            <a:noFill/>
          </a:ln>
        </p:spPr>
        <p:txBody>
          <a:bodyPr anchorCtr="0" anchor="t" bIns="45700" lIns="91425" spcFirstLastPara="1" rIns="91425" wrap="square" tIns="45700">
            <a:noAutofit/>
          </a:bodyPr>
          <a:lstStyle/>
          <a:p>
            <a:pPr indent="-457200" lvl="0" marL="457200" rtl="0" algn="l">
              <a:lnSpc>
                <a:spcPct val="107000"/>
              </a:lnSpc>
              <a:spcBef>
                <a:spcPts val="0"/>
              </a:spcBef>
              <a:spcAft>
                <a:spcPts val="0"/>
              </a:spcAft>
              <a:buClr>
                <a:schemeClr val="dk2"/>
              </a:buClr>
              <a:buSzPts val="2500"/>
              <a:buFont typeface="Times New Roman"/>
              <a:buAutoNum type="arabicPeriod"/>
            </a:pPr>
            <a:r>
              <a:rPr b="1" lang="en-US" sz="2500">
                <a:latin typeface="Times New Roman"/>
                <a:ea typeface="Times New Roman"/>
                <a:cs typeface="Times New Roman"/>
                <a:sym typeface="Times New Roman"/>
              </a:rPr>
              <a:t>Identify any two antonyms of each word and write a sentence using the original word and its antonym</a:t>
            </a:r>
            <a:endParaRPr b="1" sz="2500">
              <a:latin typeface="Times New Roman"/>
              <a:ea typeface="Times New Roman"/>
              <a:cs typeface="Times New Roman"/>
              <a:sym typeface="Times New Roman"/>
            </a:endParaRPr>
          </a:p>
          <a:p>
            <a:pPr indent="-514350" lvl="0" marL="514350" rtl="0" algn="l">
              <a:lnSpc>
                <a:spcPct val="107000"/>
              </a:lnSpc>
              <a:spcBef>
                <a:spcPts val="1000"/>
              </a:spcBef>
              <a:spcAft>
                <a:spcPts val="0"/>
              </a:spcAft>
              <a:buClr>
                <a:schemeClr val="dk2"/>
              </a:buClr>
              <a:buSzPts val="2800"/>
              <a:buFont typeface="Times New Roman"/>
              <a:buAutoNum type="alphaLcPeriod"/>
            </a:pPr>
            <a:r>
              <a:rPr lang="en-US" sz="2800">
                <a:latin typeface="Times New Roman"/>
                <a:ea typeface="Times New Roman"/>
                <a:cs typeface="Times New Roman"/>
                <a:sym typeface="Times New Roman"/>
              </a:rPr>
              <a:t>Competence </a:t>
            </a:r>
            <a:endParaRPr/>
          </a:p>
          <a:p>
            <a:pPr indent="-514350" lvl="0" marL="514350" rtl="0" algn="l">
              <a:lnSpc>
                <a:spcPct val="107000"/>
              </a:lnSpc>
              <a:spcBef>
                <a:spcPts val="1000"/>
              </a:spcBef>
              <a:spcAft>
                <a:spcPts val="0"/>
              </a:spcAft>
              <a:buClr>
                <a:schemeClr val="dk2"/>
              </a:buClr>
              <a:buSzPts val="2800"/>
              <a:buFont typeface="Times New Roman"/>
              <a:buAutoNum type="alphaLcPeriod"/>
            </a:pPr>
            <a:r>
              <a:rPr lang="en-US" sz="2800">
                <a:latin typeface="Times New Roman"/>
                <a:ea typeface="Times New Roman"/>
                <a:cs typeface="Times New Roman"/>
                <a:sym typeface="Times New Roman"/>
              </a:rPr>
              <a:t>Diminish</a:t>
            </a:r>
            <a:endParaRPr/>
          </a:p>
          <a:p>
            <a:pPr indent="-514350" lvl="0" marL="514350" rtl="0" algn="l">
              <a:lnSpc>
                <a:spcPct val="107000"/>
              </a:lnSpc>
              <a:spcBef>
                <a:spcPts val="1000"/>
              </a:spcBef>
              <a:spcAft>
                <a:spcPts val="0"/>
              </a:spcAft>
              <a:buClr>
                <a:schemeClr val="dk2"/>
              </a:buClr>
              <a:buSzPts val="2800"/>
              <a:buFont typeface="Times New Roman"/>
              <a:buAutoNum type="alphaLcPeriod"/>
            </a:pPr>
            <a:r>
              <a:rPr lang="en-US" sz="2800">
                <a:latin typeface="Times New Roman"/>
                <a:ea typeface="Times New Roman"/>
                <a:cs typeface="Times New Roman"/>
                <a:sym typeface="Times New Roman"/>
              </a:rPr>
              <a:t>Abundant</a:t>
            </a:r>
            <a:endParaRPr/>
          </a:p>
          <a:p>
            <a:pPr indent="-514350" lvl="0" marL="514350" rtl="0" algn="l">
              <a:lnSpc>
                <a:spcPct val="107000"/>
              </a:lnSpc>
              <a:spcBef>
                <a:spcPts val="1000"/>
              </a:spcBef>
              <a:spcAft>
                <a:spcPts val="0"/>
              </a:spcAft>
              <a:buClr>
                <a:schemeClr val="dk2"/>
              </a:buClr>
              <a:buSzPts val="2800"/>
              <a:buFont typeface="Times New Roman"/>
              <a:buAutoNum type="alphaLcPeriod"/>
            </a:pPr>
            <a:r>
              <a:rPr lang="en-US" sz="2800">
                <a:latin typeface="Times New Roman"/>
                <a:ea typeface="Times New Roman"/>
                <a:cs typeface="Times New Roman"/>
                <a:sym typeface="Times New Roman"/>
              </a:rPr>
              <a:t>Concrete</a:t>
            </a:r>
            <a:endParaRPr/>
          </a:p>
          <a:p>
            <a:pPr indent="-514350" lvl="0" marL="514350" rtl="0" algn="l">
              <a:lnSpc>
                <a:spcPct val="107000"/>
              </a:lnSpc>
              <a:spcBef>
                <a:spcPts val="1000"/>
              </a:spcBef>
              <a:spcAft>
                <a:spcPts val="0"/>
              </a:spcAft>
              <a:buClr>
                <a:schemeClr val="dk2"/>
              </a:buClr>
              <a:buSzPts val="2800"/>
              <a:buFont typeface="Times New Roman"/>
              <a:buAutoNum type="alphaLcPeriod"/>
            </a:pPr>
            <a:r>
              <a:rPr lang="en-US" sz="2800">
                <a:latin typeface="Times New Roman"/>
                <a:ea typeface="Times New Roman"/>
                <a:cs typeface="Times New Roman"/>
                <a:sym typeface="Times New Roman"/>
              </a:rPr>
              <a:t>Frenzy</a:t>
            </a:r>
            <a:endParaRPr/>
          </a:p>
          <a:p>
            <a:pPr indent="-514350" lvl="0" marL="514350" rtl="0" algn="l">
              <a:lnSpc>
                <a:spcPct val="107000"/>
              </a:lnSpc>
              <a:spcBef>
                <a:spcPts val="1000"/>
              </a:spcBef>
              <a:spcAft>
                <a:spcPts val="0"/>
              </a:spcAft>
              <a:buClr>
                <a:schemeClr val="dk2"/>
              </a:buClr>
              <a:buSzPts val="2800"/>
              <a:buFont typeface="Times New Roman"/>
              <a:buAutoNum type="alphaLcPeriod"/>
            </a:pPr>
            <a:r>
              <a:rPr lang="en-US" sz="2800">
                <a:latin typeface="Times New Roman"/>
                <a:ea typeface="Times New Roman"/>
                <a:cs typeface="Times New Roman"/>
                <a:sym typeface="Times New Roman"/>
              </a:rPr>
              <a:t>Adjourn</a:t>
            </a:r>
            <a:endParaRPr/>
          </a:p>
          <a:p>
            <a:pPr indent="-514350" lvl="0" marL="514350" rtl="0" algn="l">
              <a:lnSpc>
                <a:spcPct val="107000"/>
              </a:lnSpc>
              <a:spcBef>
                <a:spcPts val="1000"/>
              </a:spcBef>
              <a:spcAft>
                <a:spcPts val="0"/>
              </a:spcAft>
              <a:buClr>
                <a:schemeClr val="dk2"/>
              </a:buClr>
              <a:buSzPts val="2800"/>
              <a:buFont typeface="Times New Roman"/>
              <a:buAutoNum type="alphaLcPeriod"/>
            </a:pPr>
            <a:r>
              <a:rPr lang="en-US" sz="2800">
                <a:latin typeface="Times New Roman"/>
                <a:ea typeface="Times New Roman"/>
                <a:cs typeface="Times New Roman"/>
                <a:sym typeface="Times New Roman"/>
              </a:rPr>
              <a:t>Subsequent</a:t>
            </a:r>
            <a:endParaRPr/>
          </a:p>
          <a:p>
            <a:pPr indent="-514350" lvl="0" marL="514350" rtl="0" algn="l">
              <a:lnSpc>
                <a:spcPct val="107000"/>
              </a:lnSpc>
              <a:spcBef>
                <a:spcPts val="1000"/>
              </a:spcBef>
              <a:spcAft>
                <a:spcPts val="0"/>
              </a:spcAft>
              <a:buClr>
                <a:schemeClr val="dk2"/>
              </a:buClr>
              <a:buSzPts val="2800"/>
              <a:buFont typeface="Times New Roman"/>
              <a:buAutoNum type="alphaLcPeriod"/>
            </a:pPr>
            <a:r>
              <a:rPr lang="en-US" sz="2800">
                <a:latin typeface="Times New Roman"/>
                <a:ea typeface="Times New Roman"/>
                <a:cs typeface="Times New Roman"/>
                <a:sym typeface="Times New Roman"/>
              </a:rPr>
              <a:t>Weary</a:t>
            </a:r>
            <a:endParaRPr/>
          </a:p>
          <a:p>
            <a:pPr indent="-514350" lvl="0" marL="514350" rtl="0" algn="l">
              <a:lnSpc>
                <a:spcPct val="107000"/>
              </a:lnSpc>
              <a:spcBef>
                <a:spcPts val="1000"/>
              </a:spcBef>
              <a:spcAft>
                <a:spcPts val="0"/>
              </a:spcAft>
              <a:buClr>
                <a:schemeClr val="dk2"/>
              </a:buClr>
              <a:buSzPts val="2800"/>
              <a:buFont typeface="Times New Roman"/>
              <a:buAutoNum type="alphaLcPeriod"/>
            </a:pPr>
            <a:r>
              <a:rPr lang="en-US" sz="2800">
                <a:latin typeface="Times New Roman"/>
                <a:ea typeface="Times New Roman"/>
                <a:cs typeface="Times New Roman"/>
                <a:sym typeface="Times New Roman"/>
              </a:rPr>
              <a:t>Confine</a:t>
            </a:r>
            <a:endParaRPr/>
          </a:p>
          <a:p>
            <a:pPr indent="-514350" lvl="0" marL="514350" rtl="0" algn="l">
              <a:lnSpc>
                <a:spcPct val="107000"/>
              </a:lnSpc>
              <a:spcBef>
                <a:spcPts val="1000"/>
              </a:spcBef>
              <a:spcAft>
                <a:spcPts val="0"/>
              </a:spcAft>
              <a:buClr>
                <a:schemeClr val="dk2"/>
              </a:buClr>
              <a:buSzPts val="2800"/>
              <a:buFont typeface="Times New Roman"/>
              <a:buAutoNum type="alphaLcPeriod"/>
            </a:pPr>
            <a:r>
              <a:rPr lang="en-US" sz="2800">
                <a:latin typeface="Times New Roman"/>
                <a:ea typeface="Times New Roman"/>
                <a:cs typeface="Times New Roman"/>
                <a:sym typeface="Times New Roman"/>
              </a:rPr>
              <a:t>Perpetual</a:t>
            </a:r>
            <a:endParaRPr sz="2800">
              <a:latin typeface="Times New Roman"/>
              <a:ea typeface="Times New Roman"/>
              <a:cs typeface="Times New Roman"/>
              <a:sym typeface="Times New Roman"/>
            </a:endParaRPr>
          </a:p>
          <a:p>
            <a:pPr indent="-323850" lvl="0" marL="514350" rtl="0" algn="l">
              <a:lnSpc>
                <a:spcPct val="107000"/>
              </a:lnSpc>
              <a:spcBef>
                <a:spcPts val="1000"/>
              </a:spcBef>
              <a:spcAft>
                <a:spcPts val="0"/>
              </a:spcAft>
              <a:buClr>
                <a:schemeClr val="dk2"/>
              </a:buClr>
              <a:buSzPts val="3000"/>
              <a:buFont typeface="Arial"/>
              <a:buNone/>
            </a:pPr>
            <a:r>
              <a:t/>
            </a:r>
            <a:endParaRPr sz="3000">
              <a:latin typeface="Times New Roman"/>
              <a:ea typeface="Times New Roman"/>
              <a:cs typeface="Times New Roman"/>
              <a:sym typeface="Times New Roman"/>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8" name="Shape 268"/>
        <p:cNvGrpSpPr/>
        <p:nvPr/>
      </p:nvGrpSpPr>
      <p:grpSpPr>
        <a:xfrm>
          <a:off x="0" y="0"/>
          <a:ext cx="0" cy="0"/>
          <a:chOff x="0" y="0"/>
          <a:chExt cx="0" cy="0"/>
        </a:xfrm>
      </p:grpSpPr>
      <p:sp>
        <p:nvSpPr>
          <p:cNvPr id="269" name="Google Shape;269;p27"/>
          <p:cNvSpPr txBox="1"/>
          <p:nvPr>
            <p:ph type="title"/>
          </p:nvPr>
        </p:nvSpPr>
        <p:spPr>
          <a:xfrm>
            <a:off x="3785493" y="2751483"/>
            <a:ext cx="4621011" cy="1355033"/>
          </a:xfrm>
          <a:prstGeom prst="rect">
            <a:avLst/>
          </a:prstGeom>
          <a:solidFill>
            <a:srgbClr val="C9ABE3"/>
          </a:solidFill>
          <a:ln cap="flat" cmpd="sng" w="9525">
            <a:solidFill>
              <a:srgbClr val="002060"/>
            </a:solidFill>
            <a:prstDash val="solid"/>
            <a:round/>
            <a:headEnd len="sm" w="sm" type="none"/>
            <a:tailEnd len="sm" w="sm" type="none"/>
          </a:ln>
        </p:spPr>
        <p:txBody>
          <a:bodyPr anchorCtr="0" anchor="b" bIns="45700" lIns="91425" spcFirstLastPara="1" rIns="91425" wrap="square" tIns="45700">
            <a:noAutofit/>
          </a:bodyPr>
          <a:lstStyle/>
          <a:p>
            <a:pPr indent="0" lvl="0" marL="0" rtl="0" algn="ctr">
              <a:lnSpc>
                <a:spcPct val="110000"/>
              </a:lnSpc>
              <a:spcBef>
                <a:spcPts val="0"/>
              </a:spcBef>
              <a:spcAft>
                <a:spcPts val="0"/>
              </a:spcAft>
              <a:buClr>
                <a:schemeClr val="dk2"/>
              </a:buClr>
              <a:buSzPts val="8000"/>
              <a:buFont typeface="Bell MT"/>
              <a:buNone/>
            </a:pPr>
            <a:r>
              <a:rPr b="1" lang="en-US" sz="8000">
                <a:latin typeface="Bell MT"/>
                <a:ea typeface="Bell MT"/>
                <a:cs typeface="Bell MT"/>
                <a:sym typeface="Bell MT"/>
              </a:rPr>
              <a:t>Answers</a:t>
            </a:r>
            <a:endParaRPr/>
          </a:p>
        </p:txBody>
      </p:sp>
      <p:sp>
        <p:nvSpPr>
          <p:cNvPr id="270" name="Google Shape;270;p27"/>
          <p:cNvSpPr txBox="1"/>
          <p:nvPr>
            <p:ph idx="1" type="body"/>
          </p:nvPr>
        </p:nvSpPr>
        <p:spPr>
          <a:xfrm>
            <a:off x="221226" y="815008"/>
            <a:ext cx="11749547" cy="5944669"/>
          </a:xfrm>
          <a:prstGeom prst="rect">
            <a:avLst/>
          </a:prstGeom>
          <a:noFill/>
          <a:ln>
            <a:noFill/>
          </a:ln>
        </p:spPr>
        <p:txBody>
          <a:bodyPr anchorCtr="0" anchor="t" bIns="45700" lIns="91425" spcFirstLastPara="1" rIns="91425" wrap="square" tIns="45700">
            <a:noAutofit/>
          </a:bodyPr>
          <a:lstStyle/>
          <a:p>
            <a:pPr indent="-203200" lvl="0" marL="342900" rtl="0" algn="l">
              <a:lnSpc>
                <a:spcPct val="107000"/>
              </a:lnSpc>
              <a:spcBef>
                <a:spcPts val="0"/>
              </a:spcBef>
              <a:spcAft>
                <a:spcPts val="0"/>
              </a:spcAft>
              <a:buClr>
                <a:schemeClr val="dk2"/>
              </a:buClr>
              <a:buSzPts val="2200"/>
              <a:buFont typeface="Arial"/>
              <a:buNone/>
            </a:pPr>
            <a:r>
              <a:t/>
            </a:r>
            <a:endParaRPr b="1" sz="2200">
              <a:latin typeface="Times New Roman"/>
              <a:ea typeface="Times New Roman"/>
              <a:cs typeface="Times New Roman"/>
              <a:sym typeface="Times New Roman"/>
            </a:endParaRPr>
          </a:p>
          <a:p>
            <a:pPr indent="-203200" lvl="0" marL="342900" rtl="0" algn="l">
              <a:lnSpc>
                <a:spcPct val="107000"/>
              </a:lnSpc>
              <a:spcBef>
                <a:spcPts val="1000"/>
              </a:spcBef>
              <a:spcAft>
                <a:spcPts val="0"/>
              </a:spcAft>
              <a:buClr>
                <a:schemeClr val="dk2"/>
              </a:buClr>
              <a:buSzPts val="2200"/>
              <a:buFont typeface="Arial"/>
              <a:buNone/>
            </a:pPr>
            <a:r>
              <a:t/>
            </a:r>
            <a:endParaRPr sz="2200">
              <a:latin typeface="Arial"/>
              <a:ea typeface="Arial"/>
              <a:cs typeface="Arial"/>
              <a:sym typeface="Arial"/>
            </a:endParaRPr>
          </a:p>
          <a:p>
            <a:pPr indent="0" lvl="0" marL="685800" rtl="0" algn="l">
              <a:lnSpc>
                <a:spcPct val="107000"/>
              </a:lnSpc>
              <a:spcBef>
                <a:spcPts val="1000"/>
              </a:spcBef>
              <a:spcAft>
                <a:spcPts val="0"/>
              </a:spcAft>
              <a:buClr>
                <a:schemeClr val="dk2"/>
              </a:buClr>
              <a:buSzPts val="2200"/>
              <a:buFont typeface="Times New Roman"/>
              <a:buNone/>
            </a:pPr>
            <a:r>
              <a:rPr lang="en-US" sz="2200">
                <a:latin typeface="Times New Roman"/>
                <a:ea typeface="Times New Roman"/>
                <a:cs typeface="Times New Roman"/>
                <a:sym typeface="Times New Roman"/>
              </a:rPr>
              <a:t> </a:t>
            </a:r>
            <a:endParaRPr sz="2200">
              <a:latin typeface="Arial"/>
              <a:ea typeface="Arial"/>
              <a:cs typeface="Arial"/>
              <a:sym typeface="Arial"/>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4" name="Shape 274"/>
        <p:cNvGrpSpPr/>
        <p:nvPr/>
      </p:nvGrpSpPr>
      <p:grpSpPr>
        <a:xfrm>
          <a:off x="0" y="0"/>
          <a:ext cx="0" cy="0"/>
          <a:chOff x="0" y="0"/>
          <a:chExt cx="0" cy="0"/>
        </a:xfrm>
      </p:grpSpPr>
      <p:sp>
        <p:nvSpPr>
          <p:cNvPr id="275" name="Google Shape;275;p28"/>
          <p:cNvSpPr txBox="1"/>
          <p:nvPr>
            <p:ph idx="1" type="body"/>
          </p:nvPr>
        </p:nvSpPr>
        <p:spPr>
          <a:xfrm>
            <a:off x="221226" y="147484"/>
            <a:ext cx="11749547" cy="6612193"/>
          </a:xfrm>
          <a:prstGeom prst="rect">
            <a:avLst/>
          </a:prstGeom>
          <a:noFill/>
          <a:ln>
            <a:noFill/>
          </a:ln>
        </p:spPr>
        <p:txBody>
          <a:bodyPr anchorCtr="0" anchor="t" bIns="45700" lIns="91425" spcFirstLastPara="1" rIns="91425" wrap="square" tIns="45700">
            <a:noAutofit/>
          </a:bodyPr>
          <a:lstStyle/>
          <a:p>
            <a:pPr indent="0" lvl="0" marL="0" rtl="0" algn="l">
              <a:lnSpc>
                <a:spcPct val="107000"/>
              </a:lnSpc>
              <a:spcBef>
                <a:spcPts val="0"/>
              </a:spcBef>
              <a:spcAft>
                <a:spcPts val="0"/>
              </a:spcAft>
              <a:buClr>
                <a:schemeClr val="dk2"/>
              </a:buClr>
              <a:buSzPts val="3000"/>
              <a:buFont typeface="Times New Roman"/>
              <a:buNone/>
            </a:pPr>
            <a:r>
              <a:rPr b="1" lang="en-US" sz="2400">
                <a:latin typeface="Times New Roman"/>
                <a:ea typeface="Times New Roman"/>
                <a:cs typeface="Times New Roman"/>
                <a:sym typeface="Times New Roman"/>
              </a:rPr>
              <a:t>1. Use the following words in a sentence and write any two antonyms of each word</a:t>
            </a:r>
            <a:endParaRPr b="1" sz="2400">
              <a:latin typeface="Times New Roman"/>
              <a:ea typeface="Times New Roman"/>
              <a:cs typeface="Times New Roman"/>
              <a:sym typeface="Times New Roman"/>
            </a:endParaRPr>
          </a:p>
          <a:p>
            <a:pPr indent="-476250" lvl="0" marL="514350" rtl="0" algn="l">
              <a:lnSpc>
                <a:spcPct val="107000"/>
              </a:lnSpc>
              <a:spcBef>
                <a:spcPts val="1000"/>
              </a:spcBef>
              <a:spcAft>
                <a:spcPts val="0"/>
              </a:spcAft>
              <a:buClr>
                <a:schemeClr val="dk2"/>
              </a:buClr>
              <a:buSzPts val="2400"/>
              <a:buFont typeface="Times New Roman"/>
              <a:buAutoNum type="alphaLcPeriod"/>
            </a:pPr>
            <a:r>
              <a:rPr lang="en-US" sz="2400">
                <a:latin typeface="Times New Roman"/>
                <a:ea typeface="Times New Roman"/>
                <a:cs typeface="Times New Roman"/>
                <a:sym typeface="Times New Roman"/>
              </a:rPr>
              <a:t>Competence : incompetence, inability</a:t>
            </a:r>
            <a:endParaRPr sz="2400"/>
          </a:p>
          <a:p>
            <a:pPr indent="-476250" lvl="0" marL="514350" rtl="0" algn="l">
              <a:lnSpc>
                <a:spcPct val="107000"/>
              </a:lnSpc>
              <a:spcBef>
                <a:spcPts val="1000"/>
              </a:spcBef>
              <a:spcAft>
                <a:spcPts val="0"/>
              </a:spcAft>
              <a:buClr>
                <a:schemeClr val="dk2"/>
              </a:buClr>
              <a:buSzPts val="2400"/>
              <a:buFont typeface="Times New Roman"/>
              <a:buAutoNum type="alphaLcPeriod"/>
            </a:pPr>
            <a:r>
              <a:rPr lang="en-US" sz="2400">
                <a:latin typeface="Times New Roman"/>
                <a:ea typeface="Times New Roman"/>
                <a:cs typeface="Times New Roman"/>
                <a:sym typeface="Times New Roman"/>
              </a:rPr>
              <a:t>Diminish: increase, amplify</a:t>
            </a:r>
            <a:endParaRPr sz="2400"/>
          </a:p>
          <a:p>
            <a:pPr indent="-476250" lvl="0" marL="514350" rtl="0" algn="l">
              <a:lnSpc>
                <a:spcPct val="107000"/>
              </a:lnSpc>
              <a:spcBef>
                <a:spcPts val="1000"/>
              </a:spcBef>
              <a:spcAft>
                <a:spcPts val="0"/>
              </a:spcAft>
              <a:buClr>
                <a:schemeClr val="dk2"/>
              </a:buClr>
              <a:buSzPts val="2400"/>
              <a:buFont typeface="Times New Roman"/>
              <a:buAutoNum type="alphaLcPeriod"/>
            </a:pPr>
            <a:r>
              <a:rPr lang="en-US" sz="2400">
                <a:latin typeface="Times New Roman"/>
                <a:ea typeface="Times New Roman"/>
                <a:cs typeface="Times New Roman"/>
                <a:sym typeface="Times New Roman"/>
              </a:rPr>
              <a:t>Abundant: scanty, insufficient</a:t>
            </a:r>
            <a:endParaRPr sz="2400"/>
          </a:p>
          <a:p>
            <a:pPr indent="-476250" lvl="0" marL="514350" rtl="0" algn="l">
              <a:lnSpc>
                <a:spcPct val="107000"/>
              </a:lnSpc>
              <a:spcBef>
                <a:spcPts val="1000"/>
              </a:spcBef>
              <a:spcAft>
                <a:spcPts val="0"/>
              </a:spcAft>
              <a:buClr>
                <a:schemeClr val="dk2"/>
              </a:buClr>
              <a:buSzPts val="2400"/>
              <a:buFont typeface="Times New Roman"/>
              <a:buAutoNum type="alphaLcPeriod"/>
            </a:pPr>
            <a:r>
              <a:rPr lang="en-US" sz="2400">
                <a:latin typeface="Times New Roman"/>
                <a:ea typeface="Times New Roman"/>
                <a:cs typeface="Times New Roman"/>
                <a:sym typeface="Times New Roman"/>
              </a:rPr>
              <a:t>Concrete: abstract, flimsy</a:t>
            </a:r>
            <a:endParaRPr sz="2400"/>
          </a:p>
          <a:p>
            <a:pPr indent="-476250" lvl="0" marL="514350" rtl="0" algn="l">
              <a:lnSpc>
                <a:spcPct val="107000"/>
              </a:lnSpc>
              <a:spcBef>
                <a:spcPts val="1000"/>
              </a:spcBef>
              <a:spcAft>
                <a:spcPts val="0"/>
              </a:spcAft>
              <a:buClr>
                <a:schemeClr val="dk2"/>
              </a:buClr>
              <a:buSzPts val="2400"/>
              <a:buFont typeface="Times New Roman"/>
              <a:buAutoNum type="alphaLcPeriod"/>
            </a:pPr>
            <a:r>
              <a:rPr lang="en-US" sz="2400">
                <a:latin typeface="Times New Roman"/>
                <a:ea typeface="Times New Roman"/>
                <a:cs typeface="Times New Roman"/>
                <a:sym typeface="Times New Roman"/>
              </a:rPr>
              <a:t>Frenzy: serenity, calmness</a:t>
            </a:r>
            <a:endParaRPr sz="2400">
              <a:latin typeface="Times New Roman"/>
              <a:ea typeface="Times New Roman"/>
              <a:cs typeface="Times New Roman"/>
              <a:sym typeface="Times New Roman"/>
            </a:endParaRPr>
          </a:p>
          <a:p>
            <a:pPr indent="-476250" lvl="0" marL="514350" rtl="0" algn="l">
              <a:lnSpc>
                <a:spcPct val="107000"/>
              </a:lnSpc>
              <a:spcBef>
                <a:spcPts val="1000"/>
              </a:spcBef>
              <a:spcAft>
                <a:spcPts val="0"/>
              </a:spcAft>
              <a:buClr>
                <a:schemeClr val="dk2"/>
              </a:buClr>
              <a:buSzPts val="2400"/>
              <a:buFont typeface="Times New Roman"/>
              <a:buAutoNum type="alphaLcPeriod"/>
            </a:pPr>
            <a:r>
              <a:rPr lang="en-US" sz="2400">
                <a:latin typeface="Times New Roman"/>
                <a:ea typeface="Times New Roman"/>
                <a:cs typeface="Times New Roman"/>
                <a:sym typeface="Times New Roman"/>
              </a:rPr>
              <a:t>Adjourn: recommence, continue</a:t>
            </a:r>
            <a:endParaRPr sz="2400"/>
          </a:p>
          <a:p>
            <a:pPr indent="-476250" lvl="0" marL="514350" rtl="0" algn="l">
              <a:lnSpc>
                <a:spcPct val="107000"/>
              </a:lnSpc>
              <a:spcBef>
                <a:spcPts val="1000"/>
              </a:spcBef>
              <a:spcAft>
                <a:spcPts val="0"/>
              </a:spcAft>
              <a:buClr>
                <a:schemeClr val="dk2"/>
              </a:buClr>
              <a:buSzPts val="2400"/>
              <a:buFont typeface="Times New Roman"/>
              <a:buAutoNum type="alphaLcPeriod"/>
            </a:pPr>
            <a:r>
              <a:rPr lang="en-US" sz="2400">
                <a:latin typeface="Times New Roman"/>
                <a:ea typeface="Times New Roman"/>
                <a:cs typeface="Times New Roman"/>
                <a:sym typeface="Times New Roman"/>
              </a:rPr>
              <a:t>Subsequent: preceding, previous</a:t>
            </a:r>
            <a:endParaRPr sz="2400"/>
          </a:p>
          <a:p>
            <a:pPr indent="-476250" lvl="0" marL="514350" rtl="0" algn="l">
              <a:lnSpc>
                <a:spcPct val="107000"/>
              </a:lnSpc>
              <a:spcBef>
                <a:spcPts val="1000"/>
              </a:spcBef>
              <a:spcAft>
                <a:spcPts val="0"/>
              </a:spcAft>
              <a:buClr>
                <a:schemeClr val="dk2"/>
              </a:buClr>
              <a:buSzPts val="2400"/>
              <a:buFont typeface="Times New Roman"/>
              <a:buAutoNum type="alphaLcPeriod"/>
            </a:pPr>
            <a:r>
              <a:rPr lang="en-US" sz="2400">
                <a:latin typeface="Times New Roman"/>
                <a:ea typeface="Times New Roman"/>
                <a:cs typeface="Times New Roman"/>
                <a:sym typeface="Times New Roman"/>
              </a:rPr>
              <a:t>Weary: Energetic, lively</a:t>
            </a:r>
            <a:endParaRPr sz="2400"/>
          </a:p>
          <a:p>
            <a:pPr indent="-476250" lvl="0" marL="514350" rtl="0" algn="l">
              <a:lnSpc>
                <a:spcPct val="107000"/>
              </a:lnSpc>
              <a:spcBef>
                <a:spcPts val="1000"/>
              </a:spcBef>
              <a:spcAft>
                <a:spcPts val="0"/>
              </a:spcAft>
              <a:buClr>
                <a:schemeClr val="dk2"/>
              </a:buClr>
              <a:buSzPts val="2400"/>
              <a:buFont typeface="Times New Roman"/>
              <a:buAutoNum type="alphaLcPeriod"/>
            </a:pPr>
            <a:r>
              <a:rPr lang="en-US" sz="2400">
                <a:latin typeface="Times New Roman"/>
                <a:ea typeface="Times New Roman"/>
                <a:cs typeface="Times New Roman"/>
                <a:sym typeface="Times New Roman"/>
              </a:rPr>
              <a:t>Confine: free, release</a:t>
            </a:r>
            <a:endParaRPr sz="2400"/>
          </a:p>
          <a:p>
            <a:pPr indent="-476250" lvl="0" marL="514350" rtl="0" algn="l">
              <a:lnSpc>
                <a:spcPct val="107000"/>
              </a:lnSpc>
              <a:spcBef>
                <a:spcPts val="1000"/>
              </a:spcBef>
              <a:spcAft>
                <a:spcPts val="0"/>
              </a:spcAft>
              <a:buClr>
                <a:schemeClr val="dk2"/>
              </a:buClr>
              <a:buSzPts val="2400"/>
              <a:buFont typeface="Times New Roman"/>
              <a:buAutoNum type="alphaLcPeriod"/>
            </a:pPr>
            <a:r>
              <a:rPr lang="en-US" sz="2400">
                <a:latin typeface="Times New Roman"/>
                <a:ea typeface="Times New Roman"/>
                <a:cs typeface="Times New Roman"/>
                <a:sym typeface="Times New Roman"/>
              </a:rPr>
              <a:t>Perpetual: short-lived, fleeting</a:t>
            </a:r>
            <a:endParaRPr sz="2400"/>
          </a:p>
          <a:p>
            <a:pPr indent="-323850" lvl="0" marL="514350" rtl="0" algn="l">
              <a:lnSpc>
                <a:spcPct val="107000"/>
              </a:lnSpc>
              <a:spcBef>
                <a:spcPts val="1000"/>
              </a:spcBef>
              <a:spcAft>
                <a:spcPts val="0"/>
              </a:spcAft>
              <a:buClr>
                <a:schemeClr val="dk2"/>
              </a:buClr>
              <a:buSzPts val="3000"/>
              <a:buFont typeface="Arial"/>
              <a:buNone/>
            </a:pPr>
            <a:r>
              <a:t/>
            </a:r>
            <a:endParaRPr sz="2400">
              <a:latin typeface="Times New Roman"/>
              <a:ea typeface="Times New Roman"/>
              <a:cs typeface="Times New Roman"/>
              <a:sym typeface="Times New Roman"/>
            </a:endParaRPr>
          </a:p>
          <a:p>
            <a:pPr indent="-323850" lvl="0" marL="514350" rtl="0" algn="l">
              <a:lnSpc>
                <a:spcPct val="107000"/>
              </a:lnSpc>
              <a:spcBef>
                <a:spcPts val="1000"/>
              </a:spcBef>
              <a:spcAft>
                <a:spcPts val="0"/>
              </a:spcAft>
              <a:buClr>
                <a:schemeClr val="dk2"/>
              </a:buClr>
              <a:buSzPts val="3000"/>
              <a:buFont typeface="Arial"/>
              <a:buNone/>
            </a:pPr>
            <a:r>
              <a:t/>
            </a:r>
            <a:endParaRPr sz="2400">
              <a:latin typeface="Times New Roman"/>
              <a:ea typeface="Times New Roman"/>
              <a:cs typeface="Times New Roman"/>
              <a:sym typeface="Times New Roman"/>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9" name="Shape 279"/>
        <p:cNvGrpSpPr/>
        <p:nvPr/>
      </p:nvGrpSpPr>
      <p:grpSpPr>
        <a:xfrm>
          <a:off x="0" y="0"/>
          <a:ext cx="0" cy="0"/>
          <a:chOff x="0" y="0"/>
          <a:chExt cx="0" cy="0"/>
        </a:xfrm>
      </p:grpSpPr>
      <p:sp>
        <p:nvSpPr>
          <p:cNvPr id="280" name="Google Shape;280;p29"/>
          <p:cNvSpPr txBox="1"/>
          <p:nvPr>
            <p:ph type="title"/>
          </p:nvPr>
        </p:nvSpPr>
        <p:spPr>
          <a:xfrm>
            <a:off x="1887794" y="3272589"/>
            <a:ext cx="8416412" cy="1358791"/>
          </a:xfrm>
          <a:prstGeom prst="rect">
            <a:avLst/>
          </a:prstGeom>
          <a:solidFill>
            <a:srgbClr val="C9ABE3"/>
          </a:solidFill>
          <a:ln cap="flat" cmpd="sng" w="9525">
            <a:solidFill>
              <a:srgbClr val="002060"/>
            </a:solidFill>
            <a:prstDash val="solid"/>
            <a:round/>
            <a:headEnd len="sm" w="sm" type="none"/>
            <a:tailEnd len="sm" w="sm" type="none"/>
          </a:ln>
        </p:spPr>
        <p:txBody>
          <a:bodyPr anchorCtr="0" anchor="b" bIns="45700" lIns="91425" spcFirstLastPara="1" rIns="91425" wrap="square" tIns="45700">
            <a:noAutofit/>
          </a:bodyPr>
          <a:lstStyle/>
          <a:p>
            <a:pPr indent="0" lvl="0" marL="0" rtl="0" algn="ctr">
              <a:lnSpc>
                <a:spcPct val="110000"/>
              </a:lnSpc>
              <a:spcBef>
                <a:spcPts val="0"/>
              </a:spcBef>
              <a:spcAft>
                <a:spcPts val="0"/>
              </a:spcAft>
              <a:buClr>
                <a:schemeClr val="dk2"/>
              </a:buClr>
              <a:buSzPts val="6000"/>
              <a:buFont typeface="Bell MT"/>
              <a:buNone/>
            </a:pPr>
            <a:r>
              <a:rPr b="1" lang="en-US" sz="6000">
                <a:latin typeface="Bell MT"/>
                <a:ea typeface="Bell MT"/>
                <a:cs typeface="Bell MT"/>
                <a:sym typeface="Bell MT"/>
              </a:rPr>
              <a:t>Idioms and Phrases</a:t>
            </a:r>
            <a:endParaRPr b="1" sz="8000">
              <a:latin typeface="Bell MT"/>
              <a:ea typeface="Bell MT"/>
              <a:cs typeface="Bell MT"/>
              <a:sym typeface="Bell MT"/>
            </a:endParaRPr>
          </a:p>
        </p:txBody>
      </p:sp>
      <p:sp>
        <p:nvSpPr>
          <p:cNvPr id="281" name="Google Shape;281;p29"/>
          <p:cNvSpPr txBox="1"/>
          <p:nvPr>
            <p:ph idx="1" type="body"/>
          </p:nvPr>
        </p:nvSpPr>
        <p:spPr>
          <a:xfrm>
            <a:off x="997974" y="5603317"/>
            <a:ext cx="11749547" cy="5944669"/>
          </a:xfrm>
          <a:prstGeom prst="rect">
            <a:avLst/>
          </a:prstGeom>
          <a:noFill/>
          <a:ln>
            <a:noFill/>
          </a:ln>
        </p:spPr>
        <p:txBody>
          <a:bodyPr anchorCtr="0" anchor="t" bIns="45700" lIns="91425" spcFirstLastPara="1" rIns="91425" wrap="square" tIns="45700">
            <a:noAutofit/>
          </a:bodyPr>
          <a:lstStyle/>
          <a:p>
            <a:pPr indent="-203200" lvl="0" marL="342900" rtl="0" algn="l">
              <a:lnSpc>
                <a:spcPct val="107000"/>
              </a:lnSpc>
              <a:spcBef>
                <a:spcPts val="0"/>
              </a:spcBef>
              <a:spcAft>
                <a:spcPts val="0"/>
              </a:spcAft>
              <a:buClr>
                <a:schemeClr val="dk2"/>
              </a:buClr>
              <a:buSzPts val="2200"/>
              <a:buFont typeface="Arial"/>
              <a:buNone/>
            </a:pPr>
            <a:r>
              <a:t/>
            </a:r>
            <a:endParaRPr b="1" sz="2200">
              <a:latin typeface="Times New Roman"/>
              <a:ea typeface="Times New Roman"/>
              <a:cs typeface="Times New Roman"/>
              <a:sym typeface="Times New Roman"/>
            </a:endParaRPr>
          </a:p>
          <a:p>
            <a:pPr indent="-203200" lvl="0" marL="342900" rtl="0" algn="l">
              <a:lnSpc>
                <a:spcPct val="107000"/>
              </a:lnSpc>
              <a:spcBef>
                <a:spcPts val="1000"/>
              </a:spcBef>
              <a:spcAft>
                <a:spcPts val="0"/>
              </a:spcAft>
              <a:buClr>
                <a:schemeClr val="dk2"/>
              </a:buClr>
              <a:buSzPts val="2200"/>
              <a:buFont typeface="Arial"/>
              <a:buNone/>
            </a:pPr>
            <a:r>
              <a:t/>
            </a:r>
            <a:endParaRPr sz="2200">
              <a:latin typeface="Arial"/>
              <a:ea typeface="Arial"/>
              <a:cs typeface="Arial"/>
              <a:sym typeface="Arial"/>
            </a:endParaRPr>
          </a:p>
          <a:p>
            <a:pPr indent="0" lvl="0" marL="685800" rtl="0" algn="l">
              <a:lnSpc>
                <a:spcPct val="107000"/>
              </a:lnSpc>
              <a:spcBef>
                <a:spcPts val="1000"/>
              </a:spcBef>
              <a:spcAft>
                <a:spcPts val="0"/>
              </a:spcAft>
              <a:buClr>
                <a:schemeClr val="dk2"/>
              </a:buClr>
              <a:buSzPts val="2200"/>
              <a:buFont typeface="Times New Roman"/>
              <a:buNone/>
            </a:pPr>
            <a:r>
              <a:rPr lang="en-US" sz="2200">
                <a:latin typeface="Times New Roman"/>
                <a:ea typeface="Times New Roman"/>
                <a:cs typeface="Times New Roman"/>
                <a:sym typeface="Times New Roman"/>
              </a:rPr>
              <a:t> </a:t>
            </a:r>
            <a:endParaRPr sz="2200">
              <a:latin typeface="Arial"/>
              <a:ea typeface="Arial"/>
              <a:cs typeface="Arial"/>
              <a:sym typeface="Arial"/>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5" name="Shape 285"/>
        <p:cNvGrpSpPr/>
        <p:nvPr/>
      </p:nvGrpSpPr>
      <p:grpSpPr>
        <a:xfrm>
          <a:off x="0" y="0"/>
          <a:ext cx="0" cy="0"/>
          <a:chOff x="0" y="0"/>
          <a:chExt cx="0" cy="0"/>
        </a:xfrm>
      </p:grpSpPr>
      <p:sp>
        <p:nvSpPr>
          <p:cNvPr id="286" name="Google Shape;286;p30"/>
          <p:cNvSpPr txBox="1"/>
          <p:nvPr>
            <p:ph idx="1" type="body"/>
          </p:nvPr>
        </p:nvSpPr>
        <p:spPr>
          <a:xfrm>
            <a:off x="221226" y="147484"/>
            <a:ext cx="11749547" cy="6612193"/>
          </a:xfrm>
          <a:prstGeom prst="rect">
            <a:avLst/>
          </a:prstGeom>
          <a:noFill/>
          <a:ln>
            <a:noFill/>
          </a:ln>
        </p:spPr>
        <p:txBody>
          <a:bodyPr anchorCtr="0" anchor="t" bIns="45700" lIns="91425" spcFirstLastPara="1" rIns="91425" wrap="square" tIns="45700">
            <a:noAutofit/>
          </a:bodyPr>
          <a:lstStyle/>
          <a:p>
            <a:pPr indent="0" lvl="0" marL="0" rtl="0" algn="l">
              <a:lnSpc>
                <a:spcPct val="107000"/>
              </a:lnSpc>
              <a:spcBef>
                <a:spcPts val="0"/>
              </a:spcBef>
              <a:spcAft>
                <a:spcPts val="0"/>
              </a:spcAft>
              <a:buClr>
                <a:schemeClr val="dk2"/>
              </a:buClr>
              <a:buSzPts val="2500"/>
              <a:buFont typeface="Arial"/>
              <a:buNone/>
            </a:pPr>
            <a:r>
              <a:t/>
            </a:r>
            <a:endParaRPr sz="2500">
              <a:latin typeface="Times New Roman"/>
              <a:ea typeface="Times New Roman"/>
              <a:cs typeface="Times New Roman"/>
              <a:sym typeface="Times New Roman"/>
            </a:endParaRPr>
          </a:p>
          <a:p>
            <a:pPr indent="0" lvl="0" marL="0" rtl="0" algn="l">
              <a:lnSpc>
                <a:spcPct val="107000"/>
              </a:lnSpc>
              <a:spcBef>
                <a:spcPts val="1000"/>
              </a:spcBef>
              <a:spcAft>
                <a:spcPts val="0"/>
              </a:spcAft>
              <a:buClr>
                <a:schemeClr val="dk2"/>
              </a:buClr>
              <a:buSzPts val="2500"/>
              <a:buFont typeface="Times New Roman"/>
              <a:buNone/>
            </a:pPr>
            <a:r>
              <a:rPr b="1" lang="en-US" sz="2500">
                <a:latin typeface="Times New Roman"/>
                <a:ea typeface="Times New Roman"/>
                <a:cs typeface="Times New Roman"/>
                <a:sym typeface="Times New Roman"/>
              </a:rPr>
              <a:t>Idioms</a:t>
            </a:r>
            <a:r>
              <a:rPr lang="en-US" sz="2500">
                <a:latin typeface="Times New Roman"/>
                <a:ea typeface="Times New Roman"/>
                <a:cs typeface="Times New Roman"/>
                <a:sym typeface="Times New Roman"/>
              </a:rPr>
              <a:t>: Expressions </a:t>
            </a:r>
            <a:r>
              <a:rPr b="1" lang="en-US" sz="2500">
                <a:latin typeface="Times New Roman"/>
                <a:ea typeface="Times New Roman"/>
                <a:cs typeface="Times New Roman"/>
                <a:sym typeface="Times New Roman"/>
              </a:rPr>
              <a:t>peculiar to a language </a:t>
            </a:r>
            <a:r>
              <a:rPr lang="en-US" sz="2500">
                <a:latin typeface="Times New Roman"/>
                <a:ea typeface="Times New Roman"/>
                <a:cs typeface="Times New Roman"/>
                <a:sym typeface="Times New Roman"/>
              </a:rPr>
              <a:t>that have a distinct meaning different from the literal meaning of words in the expressions</a:t>
            </a:r>
            <a:endParaRPr/>
          </a:p>
          <a:p>
            <a:pPr indent="0" lvl="0" marL="0" rtl="0" algn="l">
              <a:lnSpc>
                <a:spcPct val="107000"/>
              </a:lnSpc>
              <a:spcBef>
                <a:spcPts val="1000"/>
              </a:spcBef>
              <a:spcAft>
                <a:spcPts val="0"/>
              </a:spcAft>
              <a:buClr>
                <a:schemeClr val="dk2"/>
              </a:buClr>
              <a:buSzPts val="2500"/>
              <a:buFont typeface="Times New Roman"/>
              <a:buNone/>
            </a:pPr>
            <a:r>
              <a:rPr b="1" lang="en-US" sz="2500">
                <a:latin typeface="Times New Roman"/>
                <a:ea typeface="Times New Roman"/>
                <a:cs typeface="Times New Roman"/>
                <a:sym typeface="Times New Roman"/>
              </a:rPr>
              <a:t>Example</a:t>
            </a:r>
            <a:r>
              <a:rPr lang="en-US" sz="2500">
                <a:latin typeface="Times New Roman"/>
                <a:ea typeface="Times New Roman"/>
                <a:cs typeface="Times New Roman"/>
                <a:sym typeface="Times New Roman"/>
              </a:rPr>
              <a:t>: I see her </a:t>
            </a:r>
            <a:r>
              <a:rPr b="1" lang="en-US" sz="2500">
                <a:latin typeface="Times New Roman"/>
                <a:ea typeface="Times New Roman"/>
                <a:cs typeface="Times New Roman"/>
                <a:sym typeface="Times New Roman"/>
              </a:rPr>
              <a:t>once in a blue moon; </a:t>
            </a:r>
            <a:r>
              <a:rPr lang="en-US" sz="2500">
                <a:latin typeface="Times New Roman"/>
                <a:ea typeface="Times New Roman"/>
                <a:cs typeface="Times New Roman"/>
                <a:sym typeface="Times New Roman"/>
              </a:rPr>
              <a:t>she has </a:t>
            </a:r>
            <a:r>
              <a:rPr b="1" lang="en-US" sz="2500">
                <a:latin typeface="Times New Roman"/>
                <a:ea typeface="Times New Roman"/>
                <a:cs typeface="Times New Roman"/>
                <a:sym typeface="Times New Roman"/>
              </a:rPr>
              <a:t>a lot on her plate</a:t>
            </a:r>
            <a:endParaRPr/>
          </a:p>
          <a:p>
            <a:pPr indent="0" lvl="0" marL="0" rtl="0" algn="l">
              <a:lnSpc>
                <a:spcPct val="107000"/>
              </a:lnSpc>
              <a:spcBef>
                <a:spcPts val="1000"/>
              </a:spcBef>
              <a:spcAft>
                <a:spcPts val="0"/>
              </a:spcAft>
              <a:buClr>
                <a:schemeClr val="dk2"/>
              </a:buClr>
              <a:buSzPts val="2500"/>
              <a:buFont typeface="Times New Roman"/>
              <a:buNone/>
            </a:pPr>
            <a:r>
              <a:rPr b="1" lang="en-US" sz="2500">
                <a:latin typeface="Times New Roman"/>
                <a:ea typeface="Times New Roman"/>
                <a:cs typeface="Times New Roman"/>
                <a:sym typeface="Times New Roman"/>
              </a:rPr>
              <a:t>Phrasal Verbs: </a:t>
            </a:r>
            <a:r>
              <a:rPr lang="en-US" sz="2500">
                <a:latin typeface="Times New Roman"/>
                <a:ea typeface="Times New Roman"/>
                <a:cs typeface="Times New Roman"/>
                <a:sym typeface="Times New Roman"/>
              </a:rPr>
              <a:t>An idiomatic phrase that consist of a verb usually followed by a preposition and/ or an adverb</a:t>
            </a:r>
            <a:endParaRPr/>
          </a:p>
          <a:p>
            <a:pPr indent="0" lvl="0" marL="0" rtl="0" algn="l">
              <a:lnSpc>
                <a:spcPct val="107000"/>
              </a:lnSpc>
              <a:spcBef>
                <a:spcPts val="1000"/>
              </a:spcBef>
              <a:spcAft>
                <a:spcPts val="0"/>
              </a:spcAft>
              <a:buClr>
                <a:schemeClr val="dk2"/>
              </a:buClr>
              <a:buSzPts val="2500"/>
              <a:buFont typeface="Times New Roman"/>
              <a:buNone/>
            </a:pPr>
            <a:r>
              <a:rPr b="1" lang="en-US" sz="2500">
                <a:latin typeface="Times New Roman"/>
                <a:ea typeface="Times New Roman"/>
                <a:cs typeface="Times New Roman"/>
                <a:sym typeface="Times New Roman"/>
              </a:rPr>
              <a:t>Example: </a:t>
            </a:r>
            <a:r>
              <a:rPr lang="en-US" sz="2500">
                <a:latin typeface="Times New Roman"/>
                <a:ea typeface="Times New Roman"/>
                <a:cs typeface="Times New Roman"/>
                <a:sym typeface="Times New Roman"/>
              </a:rPr>
              <a:t>Since I have </a:t>
            </a:r>
            <a:r>
              <a:rPr b="1" lang="en-US" sz="2500">
                <a:latin typeface="Times New Roman"/>
                <a:ea typeface="Times New Roman"/>
                <a:cs typeface="Times New Roman"/>
                <a:sym typeface="Times New Roman"/>
              </a:rPr>
              <a:t>used up </a:t>
            </a:r>
            <a:r>
              <a:rPr lang="en-US" sz="2500">
                <a:latin typeface="Times New Roman"/>
                <a:ea typeface="Times New Roman"/>
                <a:cs typeface="Times New Roman"/>
                <a:sym typeface="Times New Roman"/>
              </a:rPr>
              <a:t>all my leaves, I will have to </a:t>
            </a:r>
            <a:r>
              <a:rPr b="1" lang="en-US" sz="2500">
                <a:latin typeface="Times New Roman"/>
                <a:ea typeface="Times New Roman"/>
                <a:cs typeface="Times New Roman"/>
                <a:sym typeface="Times New Roman"/>
              </a:rPr>
              <a:t>put off </a:t>
            </a:r>
            <a:r>
              <a:rPr lang="en-US" sz="2500">
                <a:latin typeface="Times New Roman"/>
                <a:ea typeface="Times New Roman"/>
                <a:cs typeface="Times New Roman"/>
                <a:sym typeface="Times New Roman"/>
              </a:rPr>
              <a:t>our vacation until next year</a:t>
            </a:r>
            <a:endParaRPr/>
          </a:p>
          <a:p>
            <a:pPr indent="-228600" lvl="1" marL="274320" rtl="0" algn="l">
              <a:lnSpc>
                <a:spcPct val="107000"/>
              </a:lnSpc>
              <a:spcBef>
                <a:spcPts val="500"/>
              </a:spcBef>
              <a:spcAft>
                <a:spcPts val="0"/>
              </a:spcAft>
              <a:buClr>
                <a:schemeClr val="dk2"/>
              </a:buClr>
              <a:buSzPts val="1955"/>
              <a:buChar char="•"/>
            </a:pPr>
            <a:r>
              <a:rPr lang="en-US" sz="2300">
                <a:latin typeface="Times New Roman"/>
                <a:ea typeface="Times New Roman"/>
                <a:cs typeface="Times New Roman"/>
                <a:sym typeface="Times New Roman"/>
              </a:rPr>
              <a:t>You should never </a:t>
            </a:r>
            <a:r>
              <a:rPr b="1" i="1" lang="en-US" sz="2300">
                <a:latin typeface="Times New Roman"/>
                <a:ea typeface="Times New Roman"/>
                <a:cs typeface="Times New Roman"/>
                <a:sym typeface="Times New Roman"/>
              </a:rPr>
              <a:t>look down</a:t>
            </a:r>
            <a:r>
              <a:rPr b="1" lang="en-US" sz="2300">
                <a:latin typeface="Times New Roman"/>
                <a:ea typeface="Times New Roman"/>
                <a:cs typeface="Times New Roman"/>
                <a:sym typeface="Times New Roman"/>
              </a:rPr>
              <a:t> </a:t>
            </a:r>
            <a:r>
              <a:rPr lang="en-US" sz="2300">
                <a:latin typeface="Times New Roman"/>
                <a:ea typeface="Times New Roman"/>
                <a:cs typeface="Times New Roman"/>
                <a:sym typeface="Times New Roman"/>
              </a:rPr>
              <a:t>on other people. (look down means to look at someone with contempt)</a:t>
            </a:r>
            <a:endParaRPr sz="2300">
              <a:latin typeface="Times New Roman"/>
              <a:ea typeface="Times New Roman"/>
              <a:cs typeface="Times New Roman"/>
              <a:sym typeface="Times New Roman"/>
            </a:endParaRPr>
          </a:p>
          <a:p>
            <a:pPr indent="-228600" lvl="1" marL="274320" rtl="0" algn="l">
              <a:lnSpc>
                <a:spcPct val="107000"/>
              </a:lnSpc>
              <a:spcBef>
                <a:spcPts val="1300"/>
              </a:spcBef>
              <a:spcAft>
                <a:spcPts val="0"/>
              </a:spcAft>
              <a:buClr>
                <a:schemeClr val="dk2"/>
              </a:buClr>
              <a:buSzPts val="1955"/>
              <a:buChar char="•"/>
            </a:pPr>
            <a:r>
              <a:rPr b="1" i="1" lang="en-US" sz="2300">
                <a:latin typeface="Times New Roman"/>
                <a:ea typeface="Times New Roman"/>
                <a:cs typeface="Times New Roman"/>
                <a:sym typeface="Times New Roman"/>
              </a:rPr>
              <a:t>Look up</a:t>
            </a:r>
            <a:r>
              <a:rPr b="1" lang="en-US" sz="2300">
                <a:latin typeface="Times New Roman"/>
                <a:ea typeface="Times New Roman"/>
                <a:cs typeface="Times New Roman"/>
                <a:sym typeface="Times New Roman"/>
              </a:rPr>
              <a:t> </a:t>
            </a:r>
            <a:r>
              <a:rPr lang="en-US" sz="2300">
                <a:latin typeface="Times New Roman"/>
                <a:ea typeface="Times New Roman"/>
                <a:cs typeface="Times New Roman"/>
                <a:sym typeface="Times New Roman"/>
              </a:rPr>
              <a:t>for the book that you want in the English literature section of the library. ( look up means to search for something new)</a:t>
            </a:r>
            <a:endParaRPr sz="2300">
              <a:latin typeface="Times New Roman"/>
              <a:ea typeface="Times New Roman"/>
              <a:cs typeface="Times New Roman"/>
              <a:sym typeface="Times New Roman"/>
            </a:endParaRPr>
          </a:p>
          <a:p>
            <a:pPr indent="0" lvl="0" marL="0" rtl="0" algn="l">
              <a:lnSpc>
                <a:spcPct val="107000"/>
              </a:lnSpc>
              <a:spcBef>
                <a:spcPts val="1800"/>
              </a:spcBef>
              <a:spcAft>
                <a:spcPts val="0"/>
              </a:spcAft>
              <a:buClr>
                <a:schemeClr val="dk2"/>
              </a:buClr>
              <a:buSzPts val="3500"/>
              <a:buFont typeface="Arial"/>
              <a:buNone/>
            </a:pPr>
            <a:r>
              <a:t/>
            </a:r>
            <a:endParaRPr sz="3500">
              <a:latin typeface="Times New Roman"/>
              <a:ea typeface="Times New Roman"/>
              <a:cs typeface="Times New Roman"/>
              <a:sym typeface="Times New Roman"/>
            </a:endParaRPr>
          </a:p>
          <a:p>
            <a:pPr indent="0" lvl="0" marL="0" rtl="0" algn="l">
              <a:lnSpc>
                <a:spcPct val="107000"/>
              </a:lnSpc>
              <a:spcBef>
                <a:spcPts val="1000"/>
              </a:spcBef>
              <a:spcAft>
                <a:spcPts val="0"/>
              </a:spcAft>
              <a:buClr>
                <a:schemeClr val="dk2"/>
              </a:buClr>
              <a:buSzPts val="3000"/>
              <a:buFont typeface="Arial"/>
              <a:buNone/>
            </a:pPr>
            <a:r>
              <a:t/>
            </a:r>
            <a:endParaRPr sz="3000">
              <a:latin typeface="Times New Roman"/>
              <a:ea typeface="Times New Roman"/>
              <a:cs typeface="Times New Roman"/>
              <a:sym typeface="Times New Roman"/>
            </a:endParaRPr>
          </a:p>
          <a:p>
            <a:pPr indent="0" lvl="0" marL="0" rtl="0" algn="l">
              <a:lnSpc>
                <a:spcPct val="107000"/>
              </a:lnSpc>
              <a:spcBef>
                <a:spcPts val="1000"/>
              </a:spcBef>
              <a:spcAft>
                <a:spcPts val="0"/>
              </a:spcAft>
              <a:buClr>
                <a:schemeClr val="dk2"/>
              </a:buClr>
              <a:buSzPts val="3000"/>
              <a:buFont typeface="Arial"/>
              <a:buNone/>
            </a:pPr>
            <a:r>
              <a:t/>
            </a:r>
            <a:endParaRPr sz="3000">
              <a:latin typeface="Times New Roman"/>
              <a:ea typeface="Times New Roman"/>
              <a:cs typeface="Times New Roman"/>
              <a:sym typeface="Times New Roman"/>
            </a:endParaRPr>
          </a:p>
          <a:p>
            <a:pPr indent="-323850" lvl="0" marL="514350" rtl="0" algn="l">
              <a:lnSpc>
                <a:spcPct val="107000"/>
              </a:lnSpc>
              <a:spcBef>
                <a:spcPts val="1000"/>
              </a:spcBef>
              <a:spcAft>
                <a:spcPts val="0"/>
              </a:spcAft>
              <a:buClr>
                <a:schemeClr val="dk2"/>
              </a:buClr>
              <a:buSzPts val="3000"/>
              <a:buFont typeface="Arial"/>
              <a:buNone/>
            </a:pPr>
            <a:r>
              <a:t/>
            </a:r>
            <a:endParaRPr sz="3000">
              <a:latin typeface="Times New Roman"/>
              <a:ea typeface="Times New Roman"/>
              <a:cs typeface="Times New Roman"/>
              <a:sym typeface="Times New Roman"/>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0" name="Shape 290"/>
        <p:cNvGrpSpPr/>
        <p:nvPr/>
      </p:nvGrpSpPr>
      <p:grpSpPr>
        <a:xfrm>
          <a:off x="0" y="0"/>
          <a:ext cx="0" cy="0"/>
          <a:chOff x="0" y="0"/>
          <a:chExt cx="0" cy="0"/>
        </a:xfrm>
      </p:grpSpPr>
      <p:sp>
        <p:nvSpPr>
          <p:cNvPr id="291" name="Google Shape;291;p31"/>
          <p:cNvSpPr txBox="1"/>
          <p:nvPr>
            <p:ph idx="1" type="body"/>
          </p:nvPr>
        </p:nvSpPr>
        <p:spPr>
          <a:xfrm>
            <a:off x="221226" y="147484"/>
            <a:ext cx="11749547" cy="6612193"/>
          </a:xfrm>
          <a:prstGeom prst="rect">
            <a:avLst/>
          </a:prstGeom>
          <a:noFill/>
          <a:ln>
            <a:noFill/>
          </a:ln>
        </p:spPr>
        <p:txBody>
          <a:bodyPr anchorCtr="0" anchor="t" bIns="45700" lIns="91425" spcFirstLastPara="1" rIns="91425" wrap="square" tIns="45700">
            <a:noAutofit/>
          </a:bodyPr>
          <a:lstStyle/>
          <a:p>
            <a:pPr indent="-457200" lvl="0" marL="457200" rtl="0" algn="l">
              <a:lnSpc>
                <a:spcPct val="107000"/>
              </a:lnSpc>
              <a:spcBef>
                <a:spcPts val="0"/>
              </a:spcBef>
              <a:spcAft>
                <a:spcPts val="0"/>
              </a:spcAft>
              <a:buClr>
                <a:schemeClr val="dk2"/>
              </a:buClr>
              <a:buSzPts val="2000"/>
              <a:buFont typeface="Times New Roman"/>
              <a:buAutoNum type="arabicPeriod"/>
            </a:pPr>
            <a:r>
              <a:rPr b="1" lang="en-US">
                <a:latin typeface="Times New Roman"/>
                <a:ea typeface="Times New Roman"/>
                <a:cs typeface="Times New Roman"/>
                <a:sym typeface="Times New Roman"/>
              </a:rPr>
              <a:t>Replace the highlighted words with an idiom from the given list</a:t>
            </a:r>
            <a:endParaRPr/>
          </a:p>
          <a:p>
            <a:pPr indent="0" lvl="0" marL="0" rtl="0" algn="l">
              <a:lnSpc>
                <a:spcPct val="107000"/>
              </a:lnSpc>
              <a:spcBef>
                <a:spcPts val="1000"/>
              </a:spcBef>
              <a:spcAft>
                <a:spcPts val="0"/>
              </a:spcAft>
              <a:buClr>
                <a:schemeClr val="dk2"/>
              </a:buClr>
              <a:buSzPts val="2350"/>
              <a:buFont typeface="Times New Roman"/>
              <a:buNone/>
            </a:pPr>
            <a:r>
              <a:rPr b="1" lang="en-US" sz="2350">
                <a:latin typeface="Times New Roman"/>
                <a:ea typeface="Times New Roman"/>
                <a:cs typeface="Times New Roman"/>
                <a:sym typeface="Times New Roman"/>
              </a:rPr>
              <a:t>Out of the woods, blessing in disguise, when the chips are down, have a chip on your shoulder, take something with a grain of salt, over the moon, an arm and a leg, feeling blue</a:t>
            </a:r>
            <a:endParaRPr/>
          </a:p>
          <a:p>
            <a:pPr indent="-514350" lvl="0" marL="514350" rtl="0" algn="l">
              <a:lnSpc>
                <a:spcPct val="107000"/>
              </a:lnSpc>
              <a:spcBef>
                <a:spcPts val="1000"/>
              </a:spcBef>
              <a:spcAft>
                <a:spcPts val="0"/>
              </a:spcAft>
              <a:buClr>
                <a:schemeClr val="dk2"/>
              </a:buClr>
              <a:buSzPts val="2500"/>
              <a:buFont typeface="Arial"/>
              <a:buAutoNum type="romanLcPeriod"/>
            </a:pPr>
            <a:r>
              <a:rPr b="1" lang="en-US" sz="2500">
                <a:latin typeface="Times New Roman"/>
                <a:ea typeface="Times New Roman"/>
                <a:cs typeface="Times New Roman"/>
                <a:sym typeface="Times New Roman"/>
              </a:rPr>
              <a:t> </a:t>
            </a:r>
            <a:r>
              <a:rPr lang="en-US" sz="2500">
                <a:latin typeface="Times New Roman"/>
                <a:ea typeface="Times New Roman"/>
                <a:cs typeface="Times New Roman"/>
                <a:sym typeface="Times New Roman"/>
              </a:rPr>
              <a:t>Getting my laptop repaired is going to </a:t>
            </a:r>
            <a:r>
              <a:rPr b="1" lang="en-US" sz="2500">
                <a:latin typeface="Times New Roman"/>
                <a:ea typeface="Times New Roman"/>
                <a:cs typeface="Times New Roman"/>
                <a:sym typeface="Times New Roman"/>
              </a:rPr>
              <a:t>cost me a lot </a:t>
            </a:r>
            <a:r>
              <a:rPr lang="en-US" sz="2500">
                <a:latin typeface="Times New Roman"/>
                <a:ea typeface="Times New Roman"/>
                <a:cs typeface="Times New Roman"/>
                <a:sym typeface="Times New Roman"/>
              </a:rPr>
              <a:t>as it a motherboard issue, but I have no choice. I need it for work. </a:t>
            </a:r>
            <a:endParaRPr/>
          </a:p>
          <a:p>
            <a:pPr indent="-514350" lvl="0" marL="514350" rtl="0" algn="l">
              <a:lnSpc>
                <a:spcPct val="107000"/>
              </a:lnSpc>
              <a:spcBef>
                <a:spcPts val="1000"/>
              </a:spcBef>
              <a:spcAft>
                <a:spcPts val="0"/>
              </a:spcAft>
              <a:buClr>
                <a:schemeClr val="dk2"/>
              </a:buClr>
              <a:buSzPts val="2500"/>
              <a:buFont typeface="Arial"/>
              <a:buAutoNum type="romanLcPeriod"/>
            </a:pPr>
            <a:r>
              <a:rPr lang="en-US" sz="2500">
                <a:latin typeface="Times New Roman"/>
                <a:ea typeface="Times New Roman"/>
                <a:cs typeface="Times New Roman"/>
                <a:sym typeface="Times New Roman"/>
              </a:rPr>
              <a:t>The flue I had a few weeks ago which prevented me from going on a holiday with my friends </a:t>
            </a:r>
            <a:r>
              <a:rPr b="1" lang="en-US" sz="2500">
                <a:latin typeface="Times New Roman"/>
                <a:ea typeface="Times New Roman"/>
                <a:cs typeface="Times New Roman"/>
                <a:sym typeface="Times New Roman"/>
              </a:rPr>
              <a:t>proved good for me</a:t>
            </a:r>
            <a:r>
              <a:rPr lang="en-US" sz="2500">
                <a:latin typeface="Times New Roman"/>
                <a:ea typeface="Times New Roman"/>
                <a:cs typeface="Times New Roman"/>
                <a:sym typeface="Times New Roman"/>
              </a:rPr>
              <a:t>. They had a terrible time. Everything went wrong and it costed them a lot of money. </a:t>
            </a:r>
            <a:endParaRPr/>
          </a:p>
          <a:p>
            <a:pPr indent="-514350" lvl="0" marL="514350" rtl="0" algn="l">
              <a:lnSpc>
                <a:spcPct val="107000"/>
              </a:lnSpc>
              <a:spcBef>
                <a:spcPts val="1000"/>
              </a:spcBef>
              <a:spcAft>
                <a:spcPts val="0"/>
              </a:spcAft>
              <a:buClr>
                <a:schemeClr val="dk2"/>
              </a:buClr>
              <a:buSzPts val="2500"/>
              <a:buFont typeface="Arial"/>
              <a:buAutoNum type="romanLcPeriod"/>
            </a:pPr>
            <a:r>
              <a:rPr lang="en-US" sz="2500">
                <a:latin typeface="Times New Roman"/>
                <a:ea typeface="Times New Roman"/>
                <a:cs typeface="Times New Roman"/>
                <a:sym typeface="Times New Roman"/>
              </a:rPr>
              <a:t>My mother thinks that I </a:t>
            </a:r>
            <a:r>
              <a:rPr b="1" lang="en-US" sz="2500">
                <a:latin typeface="Times New Roman"/>
                <a:ea typeface="Times New Roman"/>
                <a:cs typeface="Times New Roman"/>
                <a:sym typeface="Times New Roman"/>
              </a:rPr>
              <a:t>have insecurities and anger issues</a:t>
            </a:r>
            <a:r>
              <a:rPr lang="en-US" sz="2500">
                <a:latin typeface="Times New Roman"/>
                <a:ea typeface="Times New Roman"/>
                <a:cs typeface="Times New Roman"/>
                <a:sym typeface="Times New Roman"/>
              </a:rPr>
              <a:t> because I had been bullied as a child. </a:t>
            </a:r>
            <a:endParaRPr/>
          </a:p>
          <a:p>
            <a:pPr indent="-514350" lvl="0" marL="514350" rtl="0" algn="l">
              <a:lnSpc>
                <a:spcPct val="107000"/>
              </a:lnSpc>
              <a:spcBef>
                <a:spcPts val="1000"/>
              </a:spcBef>
              <a:spcAft>
                <a:spcPts val="0"/>
              </a:spcAft>
              <a:buClr>
                <a:schemeClr val="dk2"/>
              </a:buClr>
              <a:buSzPts val="2500"/>
              <a:buFont typeface="Arial"/>
              <a:buAutoNum type="romanLcPeriod"/>
            </a:pPr>
            <a:r>
              <a:rPr lang="en-US" sz="2500">
                <a:latin typeface="Times New Roman"/>
                <a:ea typeface="Times New Roman"/>
                <a:cs typeface="Times New Roman"/>
                <a:sym typeface="Times New Roman"/>
              </a:rPr>
              <a:t>I advised him to be </a:t>
            </a:r>
            <a:r>
              <a:rPr b="1" lang="en-US" sz="2500">
                <a:latin typeface="Times New Roman"/>
                <a:ea typeface="Times New Roman"/>
                <a:cs typeface="Times New Roman"/>
                <a:sym typeface="Times New Roman"/>
              </a:rPr>
              <a:t>skeptical about </a:t>
            </a:r>
            <a:r>
              <a:rPr lang="en-US" sz="2500">
                <a:latin typeface="Times New Roman"/>
                <a:ea typeface="Times New Roman"/>
                <a:cs typeface="Times New Roman"/>
                <a:sym typeface="Times New Roman"/>
              </a:rPr>
              <a:t>the televised news reports since egaggeration is very common. </a:t>
            </a:r>
            <a:endParaRPr/>
          </a:p>
          <a:p>
            <a:pPr indent="-514350" lvl="0" marL="514350" rtl="0" algn="l">
              <a:lnSpc>
                <a:spcPct val="107000"/>
              </a:lnSpc>
              <a:spcBef>
                <a:spcPts val="1000"/>
              </a:spcBef>
              <a:spcAft>
                <a:spcPts val="0"/>
              </a:spcAft>
              <a:buClr>
                <a:schemeClr val="dk2"/>
              </a:buClr>
              <a:buSzPts val="2500"/>
              <a:buFont typeface="Arial"/>
              <a:buAutoNum type="romanLcPeriod"/>
            </a:pPr>
            <a:r>
              <a:rPr lang="en-US" sz="2500">
                <a:latin typeface="Times New Roman"/>
                <a:ea typeface="Times New Roman"/>
                <a:cs typeface="Times New Roman"/>
                <a:sym typeface="Times New Roman"/>
              </a:rPr>
              <a:t>Jane was </a:t>
            </a:r>
            <a:r>
              <a:rPr b="1" lang="en-US" sz="2500">
                <a:latin typeface="Times New Roman"/>
                <a:ea typeface="Times New Roman"/>
                <a:cs typeface="Times New Roman"/>
                <a:sym typeface="Times New Roman"/>
              </a:rPr>
              <a:t>elated</a:t>
            </a:r>
            <a:r>
              <a:rPr lang="en-US" sz="2500">
                <a:latin typeface="Times New Roman"/>
                <a:ea typeface="Times New Roman"/>
                <a:cs typeface="Times New Roman"/>
                <a:sym typeface="Times New Roman"/>
              </a:rPr>
              <a:t> when I told her about her promotion. She had been expecting it for a long time. </a:t>
            </a:r>
            <a:endParaRPr/>
          </a:p>
          <a:p>
            <a:pPr indent="-323850" lvl="0" marL="514350" rtl="0" algn="l">
              <a:lnSpc>
                <a:spcPct val="107000"/>
              </a:lnSpc>
              <a:spcBef>
                <a:spcPts val="1000"/>
              </a:spcBef>
              <a:spcAft>
                <a:spcPts val="0"/>
              </a:spcAft>
              <a:buClr>
                <a:schemeClr val="dk2"/>
              </a:buClr>
              <a:buSzPts val="3000"/>
              <a:buFont typeface="Arial"/>
              <a:buNone/>
            </a:pPr>
            <a:r>
              <a:t/>
            </a:r>
            <a:endParaRPr sz="3000">
              <a:latin typeface="Times New Roman"/>
              <a:ea typeface="Times New Roman"/>
              <a:cs typeface="Times New Roman"/>
              <a:sym typeface="Times New Roman"/>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5" name="Shape 295"/>
        <p:cNvGrpSpPr/>
        <p:nvPr/>
      </p:nvGrpSpPr>
      <p:grpSpPr>
        <a:xfrm>
          <a:off x="0" y="0"/>
          <a:ext cx="0" cy="0"/>
          <a:chOff x="0" y="0"/>
          <a:chExt cx="0" cy="0"/>
        </a:xfrm>
      </p:grpSpPr>
      <p:sp>
        <p:nvSpPr>
          <p:cNvPr id="296" name="Google Shape;296;p32"/>
          <p:cNvSpPr txBox="1"/>
          <p:nvPr>
            <p:ph idx="1" type="body"/>
          </p:nvPr>
        </p:nvSpPr>
        <p:spPr>
          <a:xfrm>
            <a:off x="221226" y="147484"/>
            <a:ext cx="11749547" cy="6612193"/>
          </a:xfrm>
          <a:prstGeom prst="rect">
            <a:avLst/>
          </a:prstGeom>
          <a:noFill/>
          <a:ln>
            <a:noFill/>
          </a:ln>
        </p:spPr>
        <p:txBody>
          <a:bodyPr anchorCtr="0" anchor="t" bIns="45700" lIns="91425" spcFirstLastPara="1" rIns="91425" wrap="square" tIns="45700">
            <a:noAutofit/>
          </a:bodyPr>
          <a:lstStyle/>
          <a:p>
            <a:pPr indent="-444500" lvl="0" marL="457200" rtl="0" algn="l">
              <a:lnSpc>
                <a:spcPct val="107000"/>
              </a:lnSpc>
              <a:spcBef>
                <a:spcPts val="0"/>
              </a:spcBef>
              <a:spcAft>
                <a:spcPts val="0"/>
              </a:spcAft>
              <a:buClr>
                <a:schemeClr val="dk2"/>
              </a:buClr>
              <a:buSzPts val="1800"/>
              <a:buFont typeface="Times New Roman"/>
              <a:buAutoNum type="arabicPeriod"/>
            </a:pPr>
            <a:r>
              <a:rPr b="1" lang="en-US" sz="1800">
                <a:latin typeface="Times New Roman"/>
                <a:ea typeface="Times New Roman"/>
                <a:cs typeface="Times New Roman"/>
                <a:sym typeface="Times New Roman"/>
              </a:rPr>
              <a:t>Fill in the blanks with an appropriate phrasal verb from the list given below</a:t>
            </a:r>
            <a:endParaRPr sz="1800"/>
          </a:p>
          <a:p>
            <a:pPr indent="0" lvl="0" marL="0" rtl="0" algn="l">
              <a:lnSpc>
                <a:spcPct val="107000"/>
              </a:lnSpc>
              <a:spcBef>
                <a:spcPts val="1000"/>
              </a:spcBef>
              <a:spcAft>
                <a:spcPts val="0"/>
              </a:spcAft>
              <a:buClr>
                <a:schemeClr val="dk2"/>
              </a:buClr>
              <a:buSzPts val="2450"/>
              <a:buFont typeface="Times New Roman"/>
              <a:buNone/>
            </a:pPr>
            <a:r>
              <a:rPr b="1" lang="en-US" sz="1800">
                <a:latin typeface="Times New Roman"/>
                <a:ea typeface="Times New Roman"/>
                <a:cs typeface="Times New Roman"/>
                <a:sym typeface="Times New Roman"/>
              </a:rPr>
              <a:t>Put up, put down, took off, take down, break down, break into, take up, put forward,, put on, put off, looked after, looked up, running down, live up</a:t>
            </a:r>
            <a:endParaRPr sz="1800"/>
          </a:p>
          <a:p>
            <a:pPr indent="-301625" lvl="0" marL="342900" rtl="0" algn="l">
              <a:lnSpc>
                <a:spcPct val="107000"/>
              </a:lnSpc>
              <a:spcBef>
                <a:spcPts val="1000"/>
              </a:spcBef>
              <a:spcAft>
                <a:spcPts val="0"/>
              </a:spcAft>
              <a:buClr>
                <a:schemeClr val="dk2"/>
              </a:buClr>
              <a:buSzPts val="1800"/>
              <a:buFont typeface="Arial"/>
              <a:buAutoNum type="romanLcParenBoth"/>
            </a:pPr>
            <a:r>
              <a:rPr lang="en-US" sz="1800">
                <a:latin typeface="Times New Roman"/>
                <a:ea typeface="Times New Roman"/>
                <a:cs typeface="Times New Roman"/>
                <a:sym typeface="Times New Roman"/>
              </a:rPr>
              <a:t>We were happy that the flight ____on time today. </a:t>
            </a:r>
            <a:endParaRPr sz="1800">
              <a:latin typeface="Times New Roman"/>
              <a:ea typeface="Times New Roman"/>
              <a:cs typeface="Times New Roman"/>
              <a:sym typeface="Times New Roman"/>
            </a:endParaRPr>
          </a:p>
          <a:p>
            <a:pPr indent="-301625" lvl="0" marL="342900" rtl="0" algn="l">
              <a:lnSpc>
                <a:spcPct val="107000"/>
              </a:lnSpc>
              <a:spcBef>
                <a:spcPts val="1000"/>
              </a:spcBef>
              <a:spcAft>
                <a:spcPts val="0"/>
              </a:spcAft>
              <a:buClr>
                <a:schemeClr val="dk2"/>
              </a:buClr>
              <a:buSzPts val="1800"/>
              <a:buFont typeface="Arial"/>
              <a:buAutoNum type="romanLcParenBoth"/>
            </a:pPr>
            <a:r>
              <a:rPr lang="en-US" sz="1800">
                <a:latin typeface="Times New Roman"/>
                <a:ea typeface="Times New Roman"/>
                <a:cs typeface="Times New Roman"/>
                <a:sym typeface="Times New Roman"/>
              </a:rPr>
              <a:t>Tripti prefers ___notes while attending lectures.</a:t>
            </a:r>
            <a:endParaRPr sz="1800">
              <a:latin typeface="Times New Roman"/>
              <a:ea typeface="Times New Roman"/>
              <a:cs typeface="Times New Roman"/>
              <a:sym typeface="Times New Roman"/>
            </a:endParaRPr>
          </a:p>
          <a:p>
            <a:pPr indent="-301625" lvl="0" marL="342900" rtl="0" algn="l">
              <a:lnSpc>
                <a:spcPct val="107000"/>
              </a:lnSpc>
              <a:spcBef>
                <a:spcPts val="1000"/>
              </a:spcBef>
              <a:spcAft>
                <a:spcPts val="0"/>
              </a:spcAft>
              <a:buClr>
                <a:schemeClr val="dk2"/>
              </a:buClr>
              <a:buSzPts val="1800"/>
              <a:buFont typeface="Arial"/>
              <a:buAutoNum type="romanLcParenBoth"/>
            </a:pPr>
            <a:r>
              <a:rPr lang="en-US" sz="1800">
                <a:latin typeface="Times New Roman"/>
                <a:ea typeface="Times New Roman"/>
                <a:cs typeface="Times New Roman"/>
                <a:sym typeface="Times New Roman"/>
              </a:rPr>
              <a:t>The bookshelf has  ____a lot of space in your room.</a:t>
            </a:r>
            <a:endParaRPr sz="1800">
              <a:latin typeface="Times New Roman"/>
              <a:ea typeface="Times New Roman"/>
              <a:cs typeface="Times New Roman"/>
              <a:sym typeface="Times New Roman"/>
            </a:endParaRPr>
          </a:p>
          <a:p>
            <a:pPr indent="-301625" lvl="0" marL="342900" rtl="0" algn="l">
              <a:lnSpc>
                <a:spcPct val="107000"/>
              </a:lnSpc>
              <a:spcBef>
                <a:spcPts val="1000"/>
              </a:spcBef>
              <a:spcAft>
                <a:spcPts val="0"/>
              </a:spcAft>
              <a:buClr>
                <a:schemeClr val="dk2"/>
              </a:buClr>
              <a:buSzPts val="1800"/>
              <a:buFont typeface="Arial"/>
              <a:buAutoNum type="romanLcParenBoth"/>
            </a:pPr>
            <a:r>
              <a:rPr lang="en-US" sz="1800">
                <a:latin typeface="Times New Roman"/>
                <a:ea typeface="Times New Roman"/>
                <a:cs typeface="Times New Roman"/>
                <a:sym typeface="Times New Roman"/>
              </a:rPr>
              <a:t>I ____the proposal to change the syllabus of the course. </a:t>
            </a:r>
            <a:endParaRPr sz="1800">
              <a:latin typeface="Times New Roman"/>
              <a:ea typeface="Times New Roman"/>
              <a:cs typeface="Times New Roman"/>
              <a:sym typeface="Times New Roman"/>
            </a:endParaRPr>
          </a:p>
          <a:p>
            <a:pPr indent="-301625" lvl="0" marL="342900" rtl="0" algn="l">
              <a:lnSpc>
                <a:spcPct val="107000"/>
              </a:lnSpc>
              <a:spcBef>
                <a:spcPts val="1000"/>
              </a:spcBef>
              <a:spcAft>
                <a:spcPts val="0"/>
              </a:spcAft>
              <a:buClr>
                <a:schemeClr val="dk2"/>
              </a:buClr>
              <a:buSzPts val="1800"/>
              <a:buFont typeface="Arial"/>
              <a:buAutoNum type="romanLcParenBoth"/>
            </a:pPr>
            <a:r>
              <a:rPr lang="en-US" sz="1800">
                <a:latin typeface="Times New Roman"/>
                <a:ea typeface="Times New Roman"/>
                <a:cs typeface="Times New Roman"/>
                <a:sym typeface="Times New Roman"/>
              </a:rPr>
              <a:t>We will have to ____the celebration for a day or two. </a:t>
            </a:r>
            <a:endParaRPr sz="1800">
              <a:latin typeface="Times New Roman"/>
              <a:ea typeface="Times New Roman"/>
              <a:cs typeface="Times New Roman"/>
              <a:sym typeface="Times New Roman"/>
            </a:endParaRPr>
          </a:p>
          <a:p>
            <a:pPr indent="-301625" lvl="0" marL="342900" rtl="0" algn="l">
              <a:lnSpc>
                <a:spcPct val="107000"/>
              </a:lnSpc>
              <a:spcBef>
                <a:spcPts val="1000"/>
              </a:spcBef>
              <a:spcAft>
                <a:spcPts val="0"/>
              </a:spcAft>
              <a:buClr>
                <a:schemeClr val="dk2"/>
              </a:buClr>
              <a:buSzPts val="1800"/>
              <a:buFont typeface="Arial"/>
              <a:buAutoNum type="romanLcParenBoth"/>
            </a:pPr>
            <a:r>
              <a:rPr lang="en-US" sz="1800">
                <a:latin typeface="Times New Roman"/>
                <a:ea typeface="Times New Roman"/>
                <a:cs typeface="Times New Roman"/>
                <a:sym typeface="Times New Roman"/>
              </a:rPr>
              <a:t>I don’t know how is it possible for anyone to ___ with his tantrums. </a:t>
            </a:r>
            <a:endParaRPr sz="1800">
              <a:latin typeface="Times New Roman"/>
              <a:ea typeface="Times New Roman"/>
              <a:cs typeface="Times New Roman"/>
              <a:sym typeface="Times New Roman"/>
            </a:endParaRPr>
          </a:p>
          <a:p>
            <a:pPr indent="-301625" lvl="0" marL="342900" rtl="0" algn="l">
              <a:lnSpc>
                <a:spcPct val="107000"/>
              </a:lnSpc>
              <a:spcBef>
                <a:spcPts val="1000"/>
              </a:spcBef>
              <a:spcAft>
                <a:spcPts val="0"/>
              </a:spcAft>
              <a:buClr>
                <a:schemeClr val="dk2"/>
              </a:buClr>
              <a:buSzPts val="1800"/>
              <a:buFont typeface="Arial"/>
              <a:buAutoNum type="romanLcParenBoth"/>
            </a:pPr>
            <a:r>
              <a:rPr lang="en-US" sz="1800">
                <a:latin typeface="Times New Roman"/>
                <a:ea typeface="Times New Roman"/>
                <a:cs typeface="Times New Roman"/>
                <a:sym typeface="Times New Roman"/>
              </a:rPr>
              <a:t>Although he was the youngest in the group, he always ____ the other friends.  </a:t>
            </a:r>
            <a:endParaRPr sz="1800">
              <a:latin typeface="Times New Roman"/>
              <a:ea typeface="Times New Roman"/>
              <a:cs typeface="Times New Roman"/>
              <a:sym typeface="Times New Roman"/>
            </a:endParaRPr>
          </a:p>
          <a:p>
            <a:pPr indent="-301625" lvl="0" marL="342900" rtl="0" algn="l">
              <a:lnSpc>
                <a:spcPct val="107000"/>
              </a:lnSpc>
              <a:spcBef>
                <a:spcPts val="1000"/>
              </a:spcBef>
              <a:spcAft>
                <a:spcPts val="0"/>
              </a:spcAft>
              <a:buClr>
                <a:schemeClr val="dk2"/>
              </a:buClr>
              <a:buSzPts val="1800"/>
              <a:buFont typeface="Arial"/>
              <a:buAutoNum type="romanLcParenBoth"/>
            </a:pPr>
            <a:r>
              <a:rPr lang="en-US" sz="1800">
                <a:latin typeface="Times New Roman"/>
                <a:ea typeface="Times New Roman"/>
                <a:cs typeface="Times New Roman"/>
                <a:sym typeface="Times New Roman"/>
              </a:rPr>
              <a:t>Sangeeta was upset as her friend did not ____to her expectations. </a:t>
            </a:r>
            <a:endParaRPr sz="1800">
              <a:latin typeface="Times New Roman"/>
              <a:ea typeface="Times New Roman"/>
              <a:cs typeface="Times New Roman"/>
              <a:sym typeface="Times New Roman"/>
            </a:endParaRPr>
          </a:p>
          <a:p>
            <a:pPr indent="-301625" lvl="0" marL="342900" rtl="0" algn="l">
              <a:lnSpc>
                <a:spcPct val="107000"/>
              </a:lnSpc>
              <a:spcBef>
                <a:spcPts val="1000"/>
              </a:spcBef>
              <a:spcAft>
                <a:spcPts val="0"/>
              </a:spcAft>
              <a:buClr>
                <a:schemeClr val="dk2"/>
              </a:buClr>
              <a:buSzPts val="1800"/>
              <a:buFont typeface="Arial"/>
              <a:buAutoNum type="romanLcParenBoth"/>
            </a:pPr>
            <a:r>
              <a:rPr lang="en-US" sz="1800">
                <a:latin typeface="Times New Roman"/>
                <a:ea typeface="Times New Roman"/>
                <a:cs typeface="Times New Roman"/>
                <a:sym typeface="Times New Roman"/>
              </a:rPr>
              <a:t>Instead of _____from problems, you should face them. </a:t>
            </a:r>
            <a:endParaRPr sz="1800">
              <a:latin typeface="Times New Roman"/>
              <a:ea typeface="Times New Roman"/>
              <a:cs typeface="Times New Roman"/>
              <a:sym typeface="Times New Roman"/>
            </a:endParaRPr>
          </a:p>
          <a:p>
            <a:pPr indent="-301625" lvl="0" marL="342900" rtl="0" algn="l">
              <a:lnSpc>
                <a:spcPct val="107000"/>
              </a:lnSpc>
              <a:spcBef>
                <a:spcPts val="1000"/>
              </a:spcBef>
              <a:spcAft>
                <a:spcPts val="0"/>
              </a:spcAft>
              <a:buClr>
                <a:schemeClr val="dk2"/>
              </a:buClr>
              <a:buSzPts val="1800"/>
              <a:buFont typeface="Arial"/>
              <a:buAutoNum type="romanLcParenBoth"/>
            </a:pPr>
            <a:r>
              <a:rPr lang="en-US" sz="1800">
                <a:latin typeface="Times New Roman"/>
                <a:ea typeface="Times New Roman"/>
                <a:cs typeface="Times New Roman"/>
                <a:sym typeface="Times New Roman"/>
              </a:rPr>
              <a:t>The burglars _____ the house when the family was away.</a:t>
            </a:r>
            <a:endParaRPr sz="1800">
              <a:latin typeface="Times New Roman"/>
              <a:ea typeface="Times New Roman"/>
              <a:cs typeface="Times New Roman"/>
              <a:sym typeface="Times New Roman"/>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0" name="Shape 300"/>
        <p:cNvGrpSpPr/>
        <p:nvPr/>
      </p:nvGrpSpPr>
      <p:grpSpPr>
        <a:xfrm>
          <a:off x="0" y="0"/>
          <a:ext cx="0" cy="0"/>
          <a:chOff x="0" y="0"/>
          <a:chExt cx="0" cy="0"/>
        </a:xfrm>
      </p:grpSpPr>
      <p:sp>
        <p:nvSpPr>
          <p:cNvPr id="301" name="Google Shape;301;p33"/>
          <p:cNvSpPr txBox="1"/>
          <p:nvPr>
            <p:ph type="title"/>
          </p:nvPr>
        </p:nvSpPr>
        <p:spPr>
          <a:xfrm>
            <a:off x="3785493" y="2751483"/>
            <a:ext cx="4621011" cy="1355033"/>
          </a:xfrm>
          <a:prstGeom prst="rect">
            <a:avLst/>
          </a:prstGeom>
          <a:solidFill>
            <a:srgbClr val="C9ABE3"/>
          </a:solidFill>
          <a:ln cap="flat" cmpd="sng" w="9525">
            <a:solidFill>
              <a:srgbClr val="002060"/>
            </a:solidFill>
            <a:prstDash val="solid"/>
            <a:round/>
            <a:headEnd len="sm" w="sm" type="none"/>
            <a:tailEnd len="sm" w="sm" type="none"/>
          </a:ln>
        </p:spPr>
        <p:txBody>
          <a:bodyPr anchorCtr="0" anchor="b" bIns="45700" lIns="91425" spcFirstLastPara="1" rIns="91425" wrap="square" tIns="45700">
            <a:noAutofit/>
          </a:bodyPr>
          <a:lstStyle/>
          <a:p>
            <a:pPr indent="0" lvl="0" marL="0" rtl="0" algn="ctr">
              <a:lnSpc>
                <a:spcPct val="110000"/>
              </a:lnSpc>
              <a:spcBef>
                <a:spcPts val="0"/>
              </a:spcBef>
              <a:spcAft>
                <a:spcPts val="0"/>
              </a:spcAft>
              <a:buClr>
                <a:schemeClr val="dk2"/>
              </a:buClr>
              <a:buSzPts val="8000"/>
              <a:buFont typeface="Bell MT"/>
              <a:buNone/>
            </a:pPr>
            <a:r>
              <a:rPr b="1" lang="en-US" sz="8000">
                <a:latin typeface="Bell MT"/>
                <a:ea typeface="Bell MT"/>
                <a:cs typeface="Bell MT"/>
                <a:sym typeface="Bell MT"/>
              </a:rPr>
              <a:t>Answers</a:t>
            </a:r>
            <a:endParaRPr/>
          </a:p>
        </p:txBody>
      </p:sp>
      <p:sp>
        <p:nvSpPr>
          <p:cNvPr id="302" name="Google Shape;302;p33"/>
          <p:cNvSpPr txBox="1"/>
          <p:nvPr>
            <p:ph idx="1" type="body"/>
          </p:nvPr>
        </p:nvSpPr>
        <p:spPr>
          <a:xfrm>
            <a:off x="221226" y="815008"/>
            <a:ext cx="11749547" cy="5944669"/>
          </a:xfrm>
          <a:prstGeom prst="rect">
            <a:avLst/>
          </a:prstGeom>
          <a:noFill/>
          <a:ln>
            <a:noFill/>
          </a:ln>
        </p:spPr>
        <p:txBody>
          <a:bodyPr anchorCtr="0" anchor="t" bIns="45700" lIns="91425" spcFirstLastPara="1" rIns="91425" wrap="square" tIns="45700">
            <a:noAutofit/>
          </a:bodyPr>
          <a:lstStyle/>
          <a:p>
            <a:pPr indent="-203200" lvl="0" marL="342900" rtl="0" algn="l">
              <a:lnSpc>
                <a:spcPct val="107000"/>
              </a:lnSpc>
              <a:spcBef>
                <a:spcPts val="0"/>
              </a:spcBef>
              <a:spcAft>
                <a:spcPts val="0"/>
              </a:spcAft>
              <a:buClr>
                <a:schemeClr val="dk2"/>
              </a:buClr>
              <a:buSzPts val="2200"/>
              <a:buFont typeface="Arial"/>
              <a:buNone/>
            </a:pPr>
            <a:r>
              <a:t/>
            </a:r>
            <a:endParaRPr b="1" sz="2200">
              <a:latin typeface="Times New Roman"/>
              <a:ea typeface="Times New Roman"/>
              <a:cs typeface="Times New Roman"/>
              <a:sym typeface="Times New Roman"/>
            </a:endParaRPr>
          </a:p>
          <a:p>
            <a:pPr indent="-203200" lvl="0" marL="342900" rtl="0" algn="l">
              <a:lnSpc>
                <a:spcPct val="107000"/>
              </a:lnSpc>
              <a:spcBef>
                <a:spcPts val="1000"/>
              </a:spcBef>
              <a:spcAft>
                <a:spcPts val="0"/>
              </a:spcAft>
              <a:buClr>
                <a:schemeClr val="dk2"/>
              </a:buClr>
              <a:buSzPts val="2200"/>
              <a:buFont typeface="Arial"/>
              <a:buNone/>
            </a:pPr>
            <a:r>
              <a:t/>
            </a:r>
            <a:endParaRPr sz="2200">
              <a:latin typeface="Arial"/>
              <a:ea typeface="Arial"/>
              <a:cs typeface="Arial"/>
              <a:sym typeface="Arial"/>
            </a:endParaRPr>
          </a:p>
          <a:p>
            <a:pPr indent="0" lvl="0" marL="685800" rtl="0" algn="l">
              <a:lnSpc>
                <a:spcPct val="107000"/>
              </a:lnSpc>
              <a:spcBef>
                <a:spcPts val="1000"/>
              </a:spcBef>
              <a:spcAft>
                <a:spcPts val="0"/>
              </a:spcAft>
              <a:buClr>
                <a:schemeClr val="dk2"/>
              </a:buClr>
              <a:buSzPts val="2200"/>
              <a:buFont typeface="Times New Roman"/>
              <a:buNone/>
            </a:pPr>
            <a:r>
              <a:rPr lang="en-US" sz="2200">
                <a:latin typeface="Times New Roman"/>
                <a:ea typeface="Times New Roman"/>
                <a:cs typeface="Times New Roman"/>
                <a:sym typeface="Times New Roman"/>
              </a:rPr>
              <a:t> </a:t>
            </a:r>
            <a:endParaRPr sz="2200">
              <a:latin typeface="Arial"/>
              <a:ea typeface="Arial"/>
              <a:cs typeface="Arial"/>
              <a:sym typeface="Arial"/>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6" name="Shape 306"/>
        <p:cNvGrpSpPr/>
        <p:nvPr/>
      </p:nvGrpSpPr>
      <p:grpSpPr>
        <a:xfrm>
          <a:off x="0" y="0"/>
          <a:ext cx="0" cy="0"/>
          <a:chOff x="0" y="0"/>
          <a:chExt cx="0" cy="0"/>
        </a:xfrm>
      </p:grpSpPr>
      <p:sp>
        <p:nvSpPr>
          <p:cNvPr id="307" name="Google Shape;307;p34"/>
          <p:cNvSpPr txBox="1"/>
          <p:nvPr>
            <p:ph idx="1" type="body"/>
          </p:nvPr>
        </p:nvSpPr>
        <p:spPr>
          <a:xfrm>
            <a:off x="221226" y="147484"/>
            <a:ext cx="11749547" cy="6612193"/>
          </a:xfrm>
          <a:prstGeom prst="rect">
            <a:avLst/>
          </a:prstGeom>
          <a:noFill/>
          <a:ln>
            <a:noFill/>
          </a:ln>
        </p:spPr>
        <p:txBody>
          <a:bodyPr anchorCtr="0" anchor="t" bIns="45700" lIns="91425" spcFirstLastPara="1" rIns="91425" wrap="square" tIns="45700">
            <a:noAutofit/>
          </a:bodyPr>
          <a:lstStyle/>
          <a:p>
            <a:pPr indent="-457200" lvl="0" marL="457200" rtl="0" algn="l">
              <a:lnSpc>
                <a:spcPct val="107000"/>
              </a:lnSpc>
              <a:spcBef>
                <a:spcPts val="0"/>
              </a:spcBef>
              <a:spcAft>
                <a:spcPts val="0"/>
              </a:spcAft>
              <a:buClr>
                <a:schemeClr val="dk2"/>
              </a:buClr>
              <a:buSzPts val="2250"/>
              <a:buFont typeface="Times New Roman"/>
              <a:buAutoNum type="arabicPeriod"/>
            </a:pPr>
            <a:r>
              <a:rPr b="1" lang="en-US" sz="2250">
                <a:latin typeface="Times New Roman"/>
                <a:ea typeface="Times New Roman"/>
                <a:cs typeface="Times New Roman"/>
                <a:sym typeface="Times New Roman"/>
              </a:rPr>
              <a:t>Replace the highlighted words with an idiom from the given list</a:t>
            </a:r>
            <a:endParaRPr/>
          </a:p>
          <a:p>
            <a:pPr indent="0" lvl="0" marL="0" rtl="0" algn="l">
              <a:lnSpc>
                <a:spcPct val="107000"/>
              </a:lnSpc>
              <a:spcBef>
                <a:spcPts val="1000"/>
              </a:spcBef>
              <a:spcAft>
                <a:spcPts val="0"/>
              </a:spcAft>
              <a:buClr>
                <a:schemeClr val="dk2"/>
              </a:buClr>
              <a:buSzPts val="2250"/>
              <a:buFont typeface="Times New Roman"/>
              <a:buNone/>
            </a:pPr>
            <a:r>
              <a:rPr b="1" lang="en-US" sz="2250">
                <a:latin typeface="Times New Roman"/>
                <a:ea typeface="Times New Roman"/>
                <a:cs typeface="Times New Roman"/>
                <a:sym typeface="Times New Roman"/>
              </a:rPr>
              <a:t>Out of the woods, blessing in disguise, when the chips are down, have a chip on your shoulder, take something with a grain of salt, over the moon, an arm and a leg, feeling blue</a:t>
            </a:r>
            <a:endParaRPr/>
          </a:p>
          <a:p>
            <a:pPr indent="-514350" lvl="0" marL="514350" rtl="0" algn="l">
              <a:lnSpc>
                <a:spcPct val="107000"/>
              </a:lnSpc>
              <a:spcBef>
                <a:spcPts val="1000"/>
              </a:spcBef>
              <a:spcAft>
                <a:spcPts val="0"/>
              </a:spcAft>
              <a:buClr>
                <a:schemeClr val="dk2"/>
              </a:buClr>
              <a:buSzPts val="2500"/>
              <a:buFont typeface="Arial"/>
              <a:buAutoNum type="romanLcPeriod"/>
            </a:pPr>
            <a:r>
              <a:rPr b="1" lang="en-US" sz="2500">
                <a:latin typeface="Times New Roman"/>
                <a:ea typeface="Times New Roman"/>
                <a:cs typeface="Times New Roman"/>
                <a:sym typeface="Times New Roman"/>
              </a:rPr>
              <a:t> </a:t>
            </a:r>
            <a:r>
              <a:rPr lang="en-US" sz="2500">
                <a:latin typeface="Times New Roman"/>
                <a:ea typeface="Times New Roman"/>
                <a:cs typeface="Times New Roman"/>
                <a:sym typeface="Times New Roman"/>
              </a:rPr>
              <a:t>Getting my laptop repaired is going to cost me </a:t>
            </a:r>
            <a:r>
              <a:rPr b="1" lang="en-US" sz="2500">
                <a:latin typeface="Times New Roman"/>
                <a:ea typeface="Times New Roman"/>
                <a:cs typeface="Times New Roman"/>
                <a:sym typeface="Times New Roman"/>
              </a:rPr>
              <a:t>an arm and a leg </a:t>
            </a:r>
            <a:r>
              <a:rPr lang="en-US" sz="2500">
                <a:latin typeface="Times New Roman"/>
                <a:ea typeface="Times New Roman"/>
                <a:cs typeface="Times New Roman"/>
                <a:sym typeface="Times New Roman"/>
              </a:rPr>
              <a:t>as it a motherboard issue, but I have no choice. I need it for work. </a:t>
            </a:r>
            <a:endParaRPr/>
          </a:p>
          <a:p>
            <a:pPr indent="-514350" lvl="0" marL="514350" rtl="0" algn="l">
              <a:lnSpc>
                <a:spcPct val="107000"/>
              </a:lnSpc>
              <a:spcBef>
                <a:spcPts val="1000"/>
              </a:spcBef>
              <a:spcAft>
                <a:spcPts val="0"/>
              </a:spcAft>
              <a:buClr>
                <a:schemeClr val="dk2"/>
              </a:buClr>
              <a:buSzPts val="2500"/>
              <a:buFont typeface="Arial"/>
              <a:buAutoNum type="romanLcPeriod"/>
            </a:pPr>
            <a:r>
              <a:rPr lang="en-US" sz="2500">
                <a:latin typeface="Times New Roman"/>
                <a:ea typeface="Times New Roman"/>
                <a:cs typeface="Times New Roman"/>
                <a:sym typeface="Times New Roman"/>
              </a:rPr>
              <a:t>The flue I had a few weeks ago which prevented me from going on a holiday with my friends </a:t>
            </a:r>
            <a:r>
              <a:rPr b="1" lang="en-US" sz="2500">
                <a:latin typeface="Times New Roman"/>
                <a:ea typeface="Times New Roman"/>
                <a:cs typeface="Times New Roman"/>
                <a:sym typeface="Times New Roman"/>
              </a:rPr>
              <a:t>was a blessing in disguise</a:t>
            </a:r>
            <a:r>
              <a:rPr lang="en-US" sz="2500">
                <a:latin typeface="Times New Roman"/>
                <a:ea typeface="Times New Roman"/>
                <a:cs typeface="Times New Roman"/>
                <a:sym typeface="Times New Roman"/>
              </a:rPr>
              <a:t>. They had a terrible time. Everything went wrong and it costed them a lot of money. </a:t>
            </a:r>
            <a:endParaRPr/>
          </a:p>
          <a:p>
            <a:pPr indent="-514350" lvl="0" marL="514350" rtl="0" algn="l">
              <a:lnSpc>
                <a:spcPct val="107000"/>
              </a:lnSpc>
              <a:spcBef>
                <a:spcPts val="1000"/>
              </a:spcBef>
              <a:spcAft>
                <a:spcPts val="0"/>
              </a:spcAft>
              <a:buClr>
                <a:schemeClr val="dk2"/>
              </a:buClr>
              <a:buSzPts val="2500"/>
              <a:buFont typeface="Arial"/>
              <a:buAutoNum type="romanLcPeriod"/>
            </a:pPr>
            <a:r>
              <a:rPr lang="en-US" sz="2500">
                <a:latin typeface="Times New Roman"/>
                <a:ea typeface="Times New Roman"/>
                <a:cs typeface="Times New Roman"/>
                <a:sym typeface="Times New Roman"/>
              </a:rPr>
              <a:t>My mother thinks that </a:t>
            </a:r>
            <a:r>
              <a:rPr b="1" lang="en-US" sz="2500">
                <a:latin typeface="Times New Roman"/>
                <a:ea typeface="Times New Roman"/>
                <a:cs typeface="Times New Roman"/>
                <a:sym typeface="Times New Roman"/>
              </a:rPr>
              <a:t>I  have a chip on my shoulder </a:t>
            </a:r>
            <a:r>
              <a:rPr lang="en-US" sz="2500">
                <a:latin typeface="Times New Roman"/>
                <a:ea typeface="Times New Roman"/>
                <a:cs typeface="Times New Roman"/>
                <a:sym typeface="Times New Roman"/>
              </a:rPr>
              <a:t>because I had been bullied as a child. </a:t>
            </a:r>
            <a:endParaRPr/>
          </a:p>
          <a:p>
            <a:pPr indent="-514350" lvl="0" marL="514350" rtl="0" algn="l">
              <a:lnSpc>
                <a:spcPct val="107000"/>
              </a:lnSpc>
              <a:spcBef>
                <a:spcPts val="1000"/>
              </a:spcBef>
              <a:spcAft>
                <a:spcPts val="0"/>
              </a:spcAft>
              <a:buClr>
                <a:schemeClr val="dk2"/>
              </a:buClr>
              <a:buSzPts val="2500"/>
              <a:buFont typeface="Arial"/>
              <a:buAutoNum type="romanLcPeriod"/>
            </a:pPr>
            <a:r>
              <a:rPr lang="en-US" sz="2500">
                <a:latin typeface="Times New Roman"/>
                <a:ea typeface="Times New Roman"/>
                <a:cs typeface="Times New Roman"/>
                <a:sym typeface="Times New Roman"/>
              </a:rPr>
              <a:t>I advised him </a:t>
            </a:r>
            <a:r>
              <a:rPr b="1" lang="en-US" sz="2500">
                <a:latin typeface="Times New Roman"/>
                <a:ea typeface="Times New Roman"/>
                <a:cs typeface="Times New Roman"/>
                <a:sym typeface="Times New Roman"/>
              </a:rPr>
              <a:t>take</a:t>
            </a:r>
            <a:r>
              <a:rPr lang="en-US" sz="2500">
                <a:latin typeface="Times New Roman"/>
                <a:ea typeface="Times New Roman"/>
                <a:cs typeface="Times New Roman"/>
                <a:sym typeface="Times New Roman"/>
              </a:rPr>
              <a:t> the televised news reports with </a:t>
            </a:r>
            <a:r>
              <a:rPr b="1" lang="en-US" sz="2500">
                <a:latin typeface="Times New Roman"/>
                <a:ea typeface="Times New Roman"/>
                <a:cs typeface="Times New Roman"/>
                <a:sym typeface="Times New Roman"/>
              </a:rPr>
              <a:t>a grain of salt </a:t>
            </a:r>
            <a:r>
              <a:rPr lang="en-US" sz="2500">
                <a:latin typeface="Times New Roman"/>
                <a:ea typeface="Times New Roman"/>
                <a:cs typeface="Times New Roman"/>
                <a:sym typeface="Times New Roman"/>
              </a:rPr>
              <a:t>since exaggeration is very common. </a:t>
            </a:r>
            <a:endParaRPr/>
          </a:p>
          <a:p>
            <a:pPr indent="-514350" lvl="0" marL="514350" rtl="0" algn="l">
              <a:lnSpc>
                <a:spcPct val="107000"/>
              </a:lnSpc>
              <a:spcBef>
                <a:spcPts val="1000"/>
              </a:spcBef>
              <a:spcAft>
                <a:spcPts val="0"/>
              </a:spcAft>
              <a:buClr>
                <a:schemeClr val="dk2"/>
              </a:buClr>
              <a:buSzPts val="2500"/>
              <a:buFont typeface="Arial"/>
              <a:buAutoNum type="romanLcPeriod"/>
            </a:pPr>
            <a:r>
              <a:rPr lang="en-US" sz="2500">
                <a:latin typeface="Times New Roman"/>
                <a:ea typeface="Times New Roman"/>
                <a:cs typeface="Times New Roman"/>
                <a:sym typeface="Times New Roman"/>
              </a:rPr>
              <a:t>Jane was </a:t>
            </a:r>
            <a:r>
              <a:rPr b="1" lang="en-US" sz="2500">
                <a:latin typeface="Times New Roman"/>
                <a:ea typeface="Times New Roman"/>
                <a:cs typeface="Times New Roman"/>
                <a:sym typeface="Times New Roman"/>
              </a:rPr>
              <a:t>over the moon </a:t>
            </a:r>
            <a:r>
              <a:rPr lang="en-US" sz="2500">
                <a:latin typeface="Times New Roman"/>
                <a:ea typeface="Times New Roman"/>
                <a:cs typeface="Times New Roman"/>
                <a:sym typeface="Times New Roman"/>
              </a:rPr>
              <a:t>when I told her about her promotion. She had been expecting it for a long time. </a:t>
            </a:r>
            <a:endParaRPr/>
          </a:p>
          <a:p>
            <a:pPr indent="-323850" lvl="0" marL="514350" rtl="0" algn="l">
              <a:lnSpc>
                <a:spcPct val="107000"/>
              </a:lnSpc>
              <a:spcBef>
                <a:spcPts val="1000"/>
              </a:spcBef>
              <a:spcAft>
                <a:spcPts val="0"/>
              </a:spcAft>
              <a:buClr>
                <a:schemeClr val="dk2"/>
              </a:buClr>
              <a:buSzPts val="3000"/>
              <a:buFont typeface="Arial"/>
              <a:buNone/>
            </a:pPr>
            <a:r>
              <a:t/>
            </a:r>
            <a:endParaRPr sz="3000">
              <a:latin typeface="Times New Roman"/>
              <a:ea typeface="Times New Roman"/>
              <a:cs typeface="Times New Roman"/>
              <a:sym typeface="Times New Roman"/>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1" name="Shape 311"/>
        <p:cNvGrpSpPr/>
        <p:nvPr/>
      </p:nvGrpSpPr>
      <p:grpSpPr>
        <a:xfrm>
          <a:off x="0" y="0"/>
          <a:ext cx="0" cy="0"/>
          <a:chOff x="0" y="0"/>
          <a:chExt cx="0" cy="0"/>
        </a:xfrm>
      </p:grpSpPr>
      <p:sp>
        <p:nvSpPr>
          <p:cNvPr id="312" name="Google Shape;312;p35"/>
          <p:cNvSpPr txBox="1"/>
          <p:nvPr>
            <p:ph idx="1" type="body"/>
          </p:nvPr>
        </p:nvSpPr>
        <p:spPr>
          <a:xfrm>
            <a:off x="767325" y="147475"/>
            <a:ext cx="11203500" cy="6612300"/>
          </a:xfrm>
          <a:prstGeom prst="rect">
            <a:avLst/>
          </a:prstGeom>
          <a:noFill/>
          <a:ln>
            <a:noFill/>
          </a:ln>
        </p:spPr>
        <p:txBody>
          <a:bodyPr anchorCtr="0" anchor="t" bIns="45700" lIns="91425" spcFirstLastPara="1" rIns="91425" wrap="square" tIns="45700">
            <a:noAutofit/>
          </a:bodyPr>
          <a:lstStyle/>
          <a:p>
            <a:pPr indent="-444500" lvl="0" marL="457200" rtl="0" algn="l">
              <a:lnSpc>
                <a:spcPct val="107000"/>
              </a:lnSpc>
              <a:spcBef>
                <a:spcPts val="0"/>
              </a:spcBef>
              <a:spcAft>
                <a:spcPts val="0"/>
              </a:spcAft>
              <a:buClr>
                <a:schemeClr val="dk2"/>
              </a:buClr>
              <a:buSzPts val="1800"/>
              <a:buFont typeface="Times New Roman"/>
              <a:buAutoNum type="arabicPeriod"/>
            </a:pPr>
            <a:r>
              <a:rPr b="1" lang="en-US" sz="1800">
                <a:latin typeface="Times New Roman"/>
                <a:ea typeface="Times New Roman"/>
                <a:cs typeface="Times New Roman"/>
                <a:sym typeface="Times New Roman"/>
              </a:rPr>
              <a:t>Fill in the blanks with an appropriate phrasal verb from the list given below</a:t>
            </a:r>
            <a:endParaRPr sz="1800"/>
          </a:p>
          <a:p>
            <a:pPr indent="0" lvl="0" marL="0" rtl="0" algn="l">
              <a:lnSpc>
                <a:spcPct val="107000"/>
              </a:lnSpc>
              <a:spcBef>
                <a:spcPts val="1000"/>
              </a:spcBef>
              <a:spcAft>
                <a:spcPts val="0"/>
              </a:spcAft>
              <a:buClr>
                <a:schemeClr val="dk2"/>
              </a:buClr>
              <a:buSzPts val="2450"/>
              <a:buFont typeface="Times New Roman"/>
              <a:buNone/>
            </a:pPr>
            <a:r>
              <a:rPr b="1" lang="en-US" sz="1800">
                <a:latin typeface="Times New Roman"/>
                <a:ea typeface="Times New Roman"/>
                <a:cs typeface="Times New Roman"/>
                <a:sym typeface="Times New Roman"/>
              </a:rPr>
              <a:t>Put up, put down, took off, take down, break down, break into, take up, put forward,, put on, put off, looked after, looked up, running down, live up</a:t>
            </a:r>
            <a:endParaRPr sz="1800"/>
          </a:p>
          <a:p>
            <a:pPr indent="-301625" lvl="0" marL="342900" rtl="0" algn="l">
              <a:lnSpc>
                <a:spcPct val="107000"/>
              </a:lnSpc>
              <a:spcBef>
                <a:spcPts val="1000"/>
              </a:spcBef>
              <a:spcAft>
                <a:spcPts val="0"/>
              </a:spcAft>
              <a:buClr>
                <a:schemeClr val="dk2"/>
              </a:buClr>
              <a:buSzPts val="1800"/>
              <a:buFont typeface="Arial"/>
              <a:buAutoNum type="romanLcParenBoth"/>
            </a:pPr>
            <a:r>
              <a:rPr lang="en-US" sz="1800">
                <a:latin typeface="Times New Roman"/>
                <a:ea typeface="Times New Roman"/>
                <a:cs typeface="Times New Roman"/>
                <a:sym typeface="Times New Roman"/>
              </a:rPr>
              <a:t>We were happy that the flight </a:t>
            </a:r>
            <a:r>
              <a:rPr b="1" lang="en-US" sz="1800">
                <a:latin typeface="Times New Roman"/>
                <a:ea typeface="Times New Roman"/>
                <a:cs typeface="Times New Roman"/>
                <a:sym typeface="Times New Roman"/>
              </a:rPr>
              <a:t>took off </a:t>
            </a:r>
            <a:r>
              <a:rPr lang="en-US" sz="1800">
                <a:latin typeface="Times New Roman"/>
                <a:ea typeface="Times New Roman"/>
                <a:cs typeface="Times New Roman"/>
                <a:sym typeface="Times New Roman"/>
              </a:rPr>
              <a:t>on time today. </a:t>
            </a:r>
            <a:endParaRPr sz="1800">
              <a:latin typeface="Times New Roman"/>
              <a:ea typeface="Times New Roman"/>
              <a:cs typeface="Times New Roman"/>
              <a:sym typeface="Times New Roman"/>
            </a:endParaRPr>
          </a:p>
          <a:p>
            <a:pPr indent="-301625" lvl="0" marL="342900" rtl="0" algn="l">
              <a:lnSpc>
                <a:spcPct val="107000"/>
              </a:lnSpc>
              <a:spcBef>
                <a:spcPts val="1000"/>
              </a:spcBef>
              <a:spcAft>
                <a:spcPts val="0"/>
              </a:spcAft>
              <a:buClr>
                <a:schemeClr val="dk2"/>
              </a:buClr>
              <a:buSzPts val="1800"/>
              <a:buFont typeface="Arial"/>
              <a:buAutoNum type="romanLcParenBoth"/>
            </a:pPr>
            <a:r>
              <a:rPr lang="en-US" sz="1800">
                <a:latin typeface="Times New Roman"/>
                <a:ea typeface="Times New Roman"/>
                <a:cs typeface="Times New Roman"/>
                <a:sym typeface="Times New Roman"/>
              </a:rPr>
              <a:t>Tripti prefers </a:t>
            </a:r>
            <a:r>
              <a:rPr b="1" lang="en-US" sz="1800">
                <a:latin typeface="Times New Roman"/>
                <a:ea typeface="Times New Roman"/>
                <a:cs typeface="Times New Roman"/>
                <a:sym typeface="Times New Roman"/>
              </a:rPr>
              <a:t>taking down </a:t>
            </a:r>
            <a:r>
              <a:rPr lang="en-US" sz="1800">
                <a:latin typeface="Times New Roman"/>
                <a:ea typeface="Times New Roman"/>
                <a:cs typeface="Times New Roman"/>
                <a:sym typeface="Times New Roman"/>
              </a:rPr>
              <a:t>notes while attending lectures.</a:t>
            </a:r>
            <a:endParaRPr sz="1800">
              <a:latin typeface="Times New Roman"/>
              <a:ea typeface="Times New Roman"/>
              <a:cs typeface="Times New Roman"/>
              <a:sym typeface="Times New Roman"/>
            </a:endParaRPr>
          </a:p>
          <a:p>
            <a:pPr indent="-301625" lvl="0" marL="342900" rtl="0" algn="l">
              <a:lnSpc>
                <a:spcPct val="107000"/>
              </a:lnSpc>
              <a:spcBef>
                <a:spcPts val="1000"/>
              </a:spcBef>
              <a:spcAft>
                <a:spcPts val="0"/>
              </a:spcAft>
              <a:buClr>
                <a:schemeClr val="dk2"/>
              </a:buClr>
              <a:buSzPts val="1800"/>
              <a:buFont typeface="Arial"/>
              <a:buAutoNum type="romanLcParenBoth"/>
            </a:pPr>
            <a:r>
              <a:rPr lang="en-US" sz="1800">
                <a:latin typeface="Times New Roman"/>
                <a:ea typeface="Times New Roman"/>
                <a:cs typeface="Times New Roman"/>
                <a:sym typeface="Times New Roman"/>
              </a:rPr>
              <a:t>The bookshelf has  </a:t>
            </a:r>
            <a:r>
              <a:rPr b="1" lang="en-US" sz="1800">
                <a:latin typeface="Times New Roman"/>
                <a:ea typeface="Times New Roman"/>
                <a:cs typeface="Times New Roman"/>
                <a:sym typeface="Times New Roman"/>
              </a:rPr>
              <a:t>taken up </a:t>
            </a:r>
            <a:r>
              <a:rPr lang="en-US" sz="1800">
                <a:latin typeface="Times New Roman"/>
                <a:ea typeface="Times New Roman"/>
                <a:cs typeface="Times New Roman"/>
                <a:sym typeface="Times New Roman"/>
              </a:rPr>
              <a:t>a lot of space in your room.</a:t>
            </a:r>
            <a:endParaRPr sz="1800">
              <a:latin typeface="Times New Roman"/>
              <a:ea typeface="Times New Roman"/>
              <a:cs typeface="Times New Roman"/>
              <a:sym typeface="Times New Roman"/>
            </a:endParaRPr>
          </a:p>
          <a:p>
            <a:pPr indent="-301625" lvl="0" marL="342900" rtl="0" algn="l">
              <a:lnSpc>
                <a:spcPct val="107000"/>
              </a:lnSpc>
              <a:spcBef>
                <a:spcPts val="1000"/>
              </a:spcBef>
              <a:spcAft>
                <a:spcPts val="0"/>
              </a:spcAft>
              <a:buClr>
                <a:schemeClr val="dk2"/>
              </a:buClr>
              <a:buSzPts val="1800"/>
              <a:buFont typeface="Arial"/>
              <a:buAutoNum type="romanLcParenBoth"/>
            </a:pPr>
            <a:r>
              <a:rPr lang="en-US" sz="1800">
                <a:latin typeface="Times New Roman"/>
                <a:ea typeface="Times New Roman"/>
                <a:cs typeface="Times New Roman"/>
                <a:sym typeface="Times New Roman"/>
              </a:rPr>
              <a:t>I </a:t>
            </a:r>
            <a:r>
              <a:rPr b="1" lang="en-US" sz="1800">
                <a:latin typeface="Times New Roman"/>
                <a:ea typeface="Times New Roman"/>
                <a:cs typeface="Times New Roman"/>
                <a:sym typeface="Times New Roman"/>
              </a:rPr>
              <a:t>put forward </a:t>
            </a:r>
            <a:r>
              <a:rPr lang="en-US" sz="1800">
                <a:latin typeface="Times New Roman"/>
                <a:ea typeface="Times New Roman"/>
                <a:cs typeface="Times New Roman"/>
                <a:sym typeface="Times New Roman"/>
              </a:rPr>
              <a:t>the proposal to change the syllabus of the course. </a:t>
            </a:r>
            <a:endParaRPr sz="1800">
              <a:latin typeface="Times New Roman"/>
              <a:ea typeface="Times New Roman"/>
              <a:cs typeface="Times New Roman"/>
              <a:sym typeface="Times New Roman"/>
            </a:endParaRPr>
          </a:p>
          <a:p>
            <a:pPr indent="-301625" lvl="0" marL="342900" rtl="0" algn="l">
              <a:lnSpc>
                <a:spcPct val="107000"/>
              </a:lnSpc>
              <a:spcBef>
                <a:spcPts val="1000"/>
              </a:spcBef>
              <a:spcAft>
                <a:spcPts val="0"/>
              </a:spcAft>
              <a:buClr>
                <a:schemeClr val="dk2"/>
              </a:buClr>
              <a:buSzPts val="1800"/>
              <a:buFont typeface="Arial"/>
              <a:buAutoNum type="romanLcParenBoth"/>
            </a:pPr>
            <a:r>
              <a:rPr lang="en-US" sz="1800">
                <a:latin typeface="Times New Roman"/>
                <a:ea typeface="Times New Roman"/>
                <a:cs typeface="Times New Roman"/>
                <a:sym typeface="Times New Roman"/>
              </a:rPr>
              <a:t>We will have to </a:t>
            </a:r>
            <a:r>
              <a:rPr b="1" lang="en-US" sz="1800">
                <a:latin typeface="Times New Roman"/>
                <a:ea typeface="Times New Roman"/>
                <a:cs typeface="Times New Roman"/>
                <a:sym typeface="Times New Roman"/>
              </a:rPr>
              <a:t>put off </a:t>
            </a:r>
            <a:r>
              <a:rPr lang="en-US" sz="1800">
                <a:latin typeface="Times New Roman"/>
                <a:ea typeface="Times New Roman"/>
                <a:cs typeface="Times New Roman"/>
                <a:sym typeface="Times New Roman"/>
              </a:rPr>
              <a:t>the celebration for a day or two. </a:t>
            </a:r>
            <a:endParaRPr sz="1800">
              <a:latin typeface="Times New Roman"/>
              <a:ea typeface="Times New Roman"/>
              <a:cs typeface="Times New Roman"/>
              <a:sym typeface="Times New Roman"/>
            </a:endParaRPr>
          </a:p>
          <a:p>
            <a:pPr indent="-301625" lvl="0" marL="342900" rtl="0" algn="l">
              <a:lnSpc>
                <a:spcPct val="107000"/>
              </a:lnSpc>
              <a:spcBef>
                <a:spcPts val="1000"/>
              </a:spcBef>
              <a:spcAft>
                <a:spcPts val="0"/>
              </a:spcAft>
              <a:buClr>
                <a:schemeClr val="dk2"/>
              </a:buClr>
              <a:buSzPts val="1800"/>
              <a:buFont typeface="Arial"/>
              <a:buAutoNum type="romanLcParenBoth"/>
            </a:pPr>
            <a:r>
              <a:rPr lang="en-US" sz="1800">
                <a:latin typeface="Times New Roman"/>
                <a:ea typeface="Times New Roman"/>
                <a:cs typeface="Times New Roman"/>
                <a:sym typeface="Times New Roman"/>
              </a:rPr>
              <a:t>I don’t know how is it possible for anyone to </a:t>
            </a:r>
            <a:r>
              <a:rPr b="1" lang="en-US" sz="1800">
                <a:latin typeface="Times New Roman"/>
                <a:ea typeface="Times New Roman"/>
                <a:cs typeface="Times New Roman"/>
                <a:sym typeface="Times New Roman"/>
              </a:rPr>
              <a:t>put up</a:t>
            </a:r>
            <a:r>
              <a:rPr lang="en-US" sz="1800">
                <a:latin typeface="Times New Roman"/>
                <a:ea typeface="Times New Roman"/>
                <a:cs typeface="Times New Roman"/>
                <a:sym typeface="Times New Roman"/>
              </a:rPr>
              <a:t> with his tantrums. </a:t>
            </a:r>
            <a:endParaRPr sz="1800">
              <a:latin typeface="Times New Roman"/>
              <a:ea typeface="Times New Roman"/>
              <a:cs typeface="Times New Roman"/>
              <a:sym typeface="Times New Roman"/>
            </a:endParaRPr>
          </a:p>
          <a:p>
            <a:pPr indent="-301625" lvl="0" marL="342900" rtl="0" algn="l">
              <a:lnSpc>
                <a:spcPct val="107000"/>
              </a:lnSpc>
              <a:spcBef>
                <a:spcPts val="1000"/>
              </a:spcBef>
              <a:spcAft>
                <a:spcPts val="0"/>
              </a:spcAft>
              <a:buClr>
                <a:schemeClr val="dk2"/>
              </a:buClr>
              <a:buSzPts val="1800"/>
              <a:buFont typeface="Arial"/>
              <a:buAutoNum type="romanLcParenBoth"/>
            </a:pPr>
            <a:r>
              <a:rPr lang="en-US" sz="1800">
                <a:latin typeface="Times New Roman"/>
                <a:ea typeface="Times New Roman"/>
                <a:cs typeface="Times New Roman"/>
                <a:sym typeface="Times New Roman"/>
              </a:rPr>
              <a:t>Although he was the youngest in the group, he always </a:t>
            </a:r>
            <a:r>
              <a:rPr b="1" lang="en-US" sz="1800">
                <a:latin typeface="Times New Roman"/>
                <a:ea typeface="Times New Roman"/>
                <a:cs typeface="Times New Roman"/>
                <a:sym typeface="Times New Roman"/>
              </a:rPr>
              <a:t>looked after</a:t>
            </a:r>
            <a:r>
              <a:rPr lang="en-US" sz="1800">
                <a:latin typeface="Times New Roman"/>
                <a:ea typeface="Times New Roman"/>
                <a:cs typeface="Times New Roman"/>
                <a:sym typeface="Times New Roman"/>
              </a:rPr>
              <a:t> the other friends </a:t>
            </a:r>
            <a:endParaRPr sz="1800"/>
          </a:p>
          <a:p>
            <a:pPr indent="-301625" lvl="0" marL="342900" rtl="0" algn="l">
              <a:lnSpc>
                <a:spcPct val="107000"/>
              </a:lnSpc>
              <a:spcBef>
                <a:spcPts val="1000"/>
              </a:spcBef>
              <a:spcAft>
                <a:spcPts val="0"/>
              </a:spcAft>
              <a:buClr>
                <a:schemeClr val="dk2"/>
              </a:buClr>
              <a:buSzPts val="1800"/>
              <a:buFont typeface="Arial"/>
              <a:buAutoNum type="romanLcParenBoth"/>
            </a:pPr>
            <a:r>
              <a:rPr lang="en-US" sz="1800">
                <a:latin typeface="Times New Roman"/>
                <a:ea typeface="Times New Roman"/>
                <a:cs typeface="Times New Roman"/>
                <a:sym typeface="Times New Roman"/>
              </a:rPr>
              <a:t>Sangeeta was upset as her friend did not </a:t>
            </a:r>
            <a:r>
              <a:rPr b="1" lang="en-US" sz="1800">
                <a:latin typeface="Times New Roman"/>
                <a:ea typeface="Times New Roman"/>
                <a:cs typeface="Times New Roman"/>
                <a:sym typeface="Times New Roman"/>
              </a:rPr>
              <a:t>live up</a:t>
            </a:r>
            <a:r>
              <a:rPr lang="en-US" sz="1800">
                <a:latin typeface="Times New Roman"/>
                <a:ea typeface="Times New Roman"/>
                <a:cs typeface="Times New Roman"/>
                <a:sym typeface="Times New Roman"/>
              </a:rPr>
              <a:t> to her expectations. </a:t>
            </a:r>
            <a:endParaRPr sz="1800">
              <a:latin typeface="Times New Roman"/>
              <a:ea typeface="Times New Roman"/>
              <a:cs typeface="Times New Roman"/>
              <a:sym typeface="Times New Roman"/>
            </a:endParaRPr>
          </a:p>
          <a:p>
            <a:pPr indent="-301625" lvl="0" marL="342900" rtl="0" algn="l">
              <a:lnSpc>
                <a:spcPct val="107000"/>
              </a:lnSpc>
              <a:spcBef>
                <a:spcPts val="1000"/>
              </a:spcBef>
              <a:spcAft>
                <a:spcPts val="0"/>
              </a:spcAft>
              <a:buClr>
                <a:schemeClr val="dk2"/>
              </a:buClr>
              <a:buSzPts val="1800"/>
              <a:buFont typeface="Arial"/>
              <a:buAutoNum type="romanLcParenBoth"/>
            </a:pPr>
            <a:r>
              <a:rPr lang="en-US" sz="1800">
                <a:latin typeface="Times New Roman"/>
                <a:ea typeface="Times New Roman"/>
                <a:cs typeface="Times New Roman"/>
                <a:sym typeface="Times New Roman"/>
              </a:rPr>
              <a:t>Instead of </a:t>
            </a:r>
            <a:r>
              <a:rPr b="1" lang="en-US" sz="1800">
                <a:latin typeface="Times New Roman"/>
                <a:ea typeface="Times New Roman"/>
                <a:cs typeface="Times New Roman"/>
                <a:sym typeface="Times New Roman"/>
              </a:rPr>
              <a:t>running away </a:t>
            </a:r>
            <a:r>
              <a:rPr lang="en-US" sz="1800">
                <a:latin typeface="Times New Roman"/>
                <a:ea typeface="Times New Roman"/>
                <a:cs typeface="Times New Roman"/>
                <a:sym typeface="Times New Roman"/>
              </a:rPr>
              <a:t>from problems, you should face them. </a:t>
            </a:r>
            <a:endParaRPr sz="1800">
              <a:latin typeface="Times New Roman"/>
              <a:ea typeface="Times New Roman"/>
              <a:cs typeface="Times New Roman"/>
              <a:sym typeface="Times New Roman"/>
            </a:endParaRPr>
          </a:p>
          <a:p>
            <a:pPr indent="-301625" lvl="0" marL="342900" rtl="0" algn="l">
              <a:lnSpc>
                <a:spcPct val="107000"/>
              </a:lnSpc>
              <a:spcBef>
                <a:spcPts val="1000"/>
              </a:spcBef>
              <a:spcAft>
                <a:spcPts val="0"/>
              </a:spcAft>
              <a:buClr>
                <a:schemeClr val="dk2"/>
              </a:buClr>
              <a:buSzPts val="1800"/>
              <a:buFont typeface="Arial"/>
              <a:buAutoNum type="romanLcParenBoth"/>
            </a:pPr>
            <a:r>
              <a:rPr lang="en-US" sz="1800">
                <a:latin typeface="Times New Roman"/>
                <a:ea typeface="Times New Roman"/>
                <a:cs typeface="Times New Roman"/>
                <a:sym typeface="Times New Roman"/>
              </a:rPr>
              <a:t>The burglars </a:t>
            </a:r>
            <a:r>
              <a:rPr b="1" lang="en-US" sz="1800">
                <a:latin typeface="Times New Roman"/>
                <a:ea typeface="Times New Roman"/>
                <a:cs typeface="Times New Roman"/>
                <a:sym typeface="Times New Roman"/>
              </a:rPr>
              <a:t>broke into</a:t>
            </a:r>
            <a:r>
              <a:rPr lang="en-US" sz="1800">
                <a:latin typeface="Times New Roman"/>
                <a:ea typeface="Times New Roman"/>
                <a:cs typeface="Times New Roman"/>
                <a:sym typeface="Times New Roman"/>
              </a:rPr>
              <a:t> the house when the family was away.</a:t>
            </a:r>
            <a:endParaRPr sz="1800">
              <a:latin typeface="Times New Roman"/>
              <a:ea typeface="Times New Roman"/>
              <a:cs typeface="Times New Roman"/>
              <a:sym typeface="Times New Roman"/>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6" name="Shape 316"/>
        <p:cNvGrpSpPr/>
        <p:nvPr/>
      </p:nvGrpSpPr>
      <p:grpSpPr>
        <a:xfrm>
          <a:off x="0" y="0"/>
          <a:ext cx="0" cy="0"/>
          <a:chOff x="0" y="0"/>
          <a:chExt cx="0" cy="0"/>
        </a:xfrm>
      </p:grpSpPr>
      <p:sp>
        <p:nvSpPr>
          <p:cNvPr id="317" name="Google Shape;317;p36"/>
          <p:cNvSpPr txBox="1"/>
          <p:nvPr>
            <p:ph idx="1" type="body"/>
          </p:nvPr>
        </p:nvSpPr>
        <p:spPr>
          <a:xfrm>
            <a:off x="221226" y="147484"/>
            <a:ext cx="11749547" cy="6612193"/>
          </a:xfrm>
          <a:prstGeom prst="rect">
            <a:avLst/>
          </a:prstGeom>
          <a:noFill/>
          <a:ln>
            <a:noFill/>
          </a:ln>
        </p:spPr>
        <p:txBody>
          <a:bodyPr anchorCtr="0" anchor="t" bIns="45700" lIns="91425" spcFirstLastPara="1" rIns="91425" wrap="square" tIns="45700">
            <a:noAutofit/>
          </a:bodyPr>
          <a:lstStyle/>
          <a:p>
            <a:pPr indent="-457200" lvl="0" marL="457200" rtl="0" algn="l">
              <a:lnSpc>
                <a:spcPct val="107000"/>
              </a:lnSpc>
              <a:spcBef>
                <a:spcPts val="0"/>
              </a:spcBef>
              <a:spcAft>
                <a:spcPts val="0"/>
              </a:spcAft>
              <a:buClr>
                <a:schemeClr val="dk2"/>
              </a:buClr>
              <a:buSzPts val="2250"/>
              <a:buFont typeface="Times New Roman"/>
              <a:buAutoNum type="arabicPeriod"/>
            </a:pPr>
            <a:r>
              <a:rPr b="1" lang="en-US" sz="2250">
                <a:latin typeface="Times New Roman"/>
                <a:ea typeface="Times New Roman"/>
                <a:cs typeface="Times New Roman"/>
                <a:sym typeface="Times New Roman"/>
              </a:rPr>
              <a:t>Read the following paragraph and follow the instructions:</a:t>
            </a:r>
            <a:endParaRPr/>
          </a:p>
          <a:p>
            <a:pPr indent="-342899" lvl="1" marL="617220" rtl="0" algn="l">
              <a:lnSpc>
                <a:spcPct val="107000"/>
              </a:lnSpc>
              <a:spcBef>
                <a:spcPts val="500"/>
              </a:spcBef>
              <a:spcAft>
                <a:spcPts val="0"/>
              </a:spcAft>
              <a:buClr>
                <a:schemeClr val="dk2"/>
              </a:buClr>
              <a:buSzPts val="1742"/>
              <a:buChar char="•"/>
            </a:pPr>
            <a:r>
              <a:rPr b="1" lang="en-US" sz="2050">
                <a:latin typeface="Times New Roman"/>
                <a:ea typeface="Times New Roman"/>
                <a:cs typeface="Times New Roman"/>
                <a:sym typeface="Times New Roman"/>
              </a:rPr>
              <a:t>Choose any five words and think of two synonyms of each that fit in the context of the paragraph</a:t>
            </a:r>
            <a:endParaRPr/>
          </a:p>
          <a:p>
            <a:pPr indent="-342899" lvl="1" marL="617220" rtl="0" algn="l">
              <a:lnSpc>
                <a:spcPct val="107000"/>
              </a:lnSpc>
              <a:spcBef>
                <a:spcPts val="500"/>
              </a:spcBef>
              <a:spcAft>
                <a:spcPts val="0"/>
              </a:spcAft>
              <a:buClr>
                <a:schemeClr val="dk2"/>
              </a:buClr>
              <a:buSzPts val="1742"/>
              <a:buChar char="•"/>
            </a:pPr>
            <a:r>
              <a:rPr b="1" lang="en-US" sz="2050">
                <a:latin typeface="Times New Roman"/>
                <a:ea typeface="Times New Roman"/>
                <a:cs typeface="Times New Roman"/>
                <a:sym typeface="Times New Roman"/>
              </a:rPr>
              <a:t>Choose any five words and think of two antonyms of each</a:t>
            </a:r>
            <a:endParaRPr/>
          </a:p>
          <a:p>
            <a:pPr indent="-342899" lvl="1" marL="617220" rtl="0" algn="l">
              <a:lnSpc>
                <a:spcPct val="107000"/>
              </a:lnSpc>
              <a:spcBef>
                <a:spcPts val="500"/>
              </a:spcBef>
              <a:spcAft>
                <a:spcPts val="0"/>
              </a:spcAft>
              <a:buClr>
                <a:schemeClr val="dk2"/>
              </a:buClr>
              <a:buSzPts val="1742"/>
              <a:buChar char="•"/>
            </a:pPr>
            <a:r>
              <a:rPr b="1" lang="en-US" sz="2050">
                <a:latin typeface="Times New Roman"/>
                <a:ea typeface="Times New Roman"/>
                <a:cs typeface="Times New Roman"/>
                <a:sym typeface="Times New Roman"/>
              </a:rPr>
              <a:t>Choose any two sentences and transform it using any two idioms and phrases </a:t>
            </a:r>
            <a:endParaRPr/>
          </a:p>
          <a:p>
            <a:pPr indent="0" lvl="0" marL="0" rtl="0" algn="l">
              <a:lnSpc>
                <a:spcPct val="107000"/>
              </a:lnSpc>
              <a:spcBef>
                <a:spcPts val="1000"/>
              </a:spcBef>
              <a:spcAft>
                <a:spcPts val="0"/>
              </a:spcAft>
              <a:buClr>
                <a:schemeClr val="dk2"/>
              </a:buClr>
              <a:buSzPts val="2250"/>
              <a:buFont typeface="Arial"/>
              <a:buNone/>
            </a:pPr>
            <a:r>
              <a:t/>
            </a:r>
            <a:endParaRPr b="1" sz="2250">
              <a:latin typeface="Times New Roman"/>
              <a:ea typeface="Times New Roman"/>
              <a:cs typeface="Times New Roman"/>
              <a:sym typeface="Times New Roman"/>
            </a:endParaRPr>
          </a:p>
        </p:txBody>
      </p:sp>
      <p:sp>
        <p:nvSpPr>
          <p:cNvPr id="318" name="Google Shape;318;p36"/>
          <p:cNvSpPr txBox="1"/>
          <p:nvPr/>
        </p:nvSpPr>
        <p:spPr>
          <a:xfrm>
            <a:off x="221250" y="2413594"/>
            <a:ext cx="11749500" cy="3815400"/>
          </a:xfrm>
          <a:prstGeom prst="rect">
            <a:avLst/>
          </a:prstGeom>
          <a:solidFill>
            <a:schemeClr val="lt1"/>
          </a:solidFill>
          <a:ln cap="flat" cmpd="sng" w="12700">
            <a:solidFill>
              <a:schemeClr val="accent2"/>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None/>
            </a:pPr>
            <a:r>
              <a:rPr b="0" i="0" lang="en-US" sz="1800">
                <a:solidFill>
                  <a:srgbClr val="000000"/>
                </a:solidFill>
                <a:latin typeface="Times New Roman"/>
                <a:ea typeface="Times New Roman"/>
                <a:cs typeface="Times New Roman"/>
                <a:sym typeface="Times New Roman"/>
              </a:rPr>
              <a:t>The </a:t>
            </a:r>
            <a:r>
              <a:rPr i="0" lang="en-US" sz="1800">
                <a:solidFill>
                  <a:srgbClr val="000000"/>
                </a:solidFill>
                <a:latin typeface="Times New Roman"/>
                <a:ea typeface="Times New Roman"/>
                <a:cs typeface="Times New Roman"/>
                <a:sym typeface="Times New Roman"/>
              </a:rPr>
              <a:t>concept</a:t>
            </a:r>
            <a:r>
              <a:rPr b="0" i="0" lang="en-US" sz="1800">
                <a:solidFill>
                  <a:srgbClr val="000000"/>
                </a:solidFill>
                <a:latin typeface="Times New Roman"/>
                <a:ea typeface="Times New Roman"/>
                <a:cs typeface="Times New Roman"/>
                <a:sym typeface="Times New Roman"/>
              </a:rPr>
              <a:t> chosen to capture this transformational moment in human history was ‘globalisation’. It described how new technologies and networks of connectivity had suddenly brought human communities closer together and made them permeable to an uncontrollable flow of people, ideas, goods and cultural practices, which all moved freely across the integrated markets of the world economy. In the wake of this transformation, new jargon emerged, expressing new anxieties: the world had truly become the ‘global village’ that Marshall McLuhan anticipated in the 1960s, but it was a world shaped by multinational corporations and ‘elite globalisers’, who spoke a common, hegemonic ‘</a:t>
            </a:r>
            <a:r>
              <a:rPr b="0" i="0" lang="en-US" sz="1800" u="sng" strike="noStrike">
                <a:solidFill>
                  <a:schemeClr val="dk1"/>
                </a:solidFill>
                <a:latin typeface="Times New Roman"/>
                <a:ea typeface="Times New Roman"/>
                <a:cs typeface="Times New Roman"/>
                <a:sym typeface="Times New Roman"/>
                <a:hlinkClick r:id="rId3">
                  <a:extLst>
                    <a:ext uri="{A12FA001-AC4F-418D-AE19-62706E023703}">
                      <ahyp:hlinkClr val="tx"/>
                    </a:ext>
                  </a:extLst>
                </a:hlinkClick>
              </a:rPr>
              <a:t>global English</a:t>
            </a:r>
            <a:r>
              <a:rPr b="0" i="0" lang="en-US" sz="1800">
                <a:solidFill>
                  <a:srgbClr val="000000"/>
                </a:solidFill>
                <a:latin typeface="Times New Roman"/>
                <a:ea typeface="Times New Roman"/>
                <a:cs typeface="Times New Roman"/>
                <a:sym typeface="Times New Roman"/>
              </a:rPr>
              <a:t>’, and were spearheading a destructive ‘homogenisation’ (or ‘McDonaldisation’) of human cultures that national borders were too fragile to withstand.</a:t>
            </a:r>
            <a:endParaRPr b="1" sz="1800">
              <a:solidFill>
                <a:schemeClr val="dk1"/>
              </a:solidFill>
              <a:latin typeface="Times New Roman"/>
              <a:ea typeface="Times New Roman"/>
              <a:cs typeface="Times New Roman"/>
              <a:sym typeface="Times New Roman"/>
            </a:endParaRPr>
          </a:p>
        </p:txBody>
      </p:sp>
      <p:sp>
        <p:nvSpPr>
          <p:cNvPr id="319" name="Google Shape;319;p36"/>
          <p:cNvSpPr txBox="1"/>
          <p:nvPr/>
        </p:nvSpPr>
        <p:spPr>
          <a:xfrm>
            <a:off x="1863513" y="6229000"/>
            <a:ext cx="11032500" cy="3714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Arial"/>
                <a:ea typeface="Arial"/>
                <a:cs typeface="Arial"/>
                <a:sym typeface="Arial"/>
              </a:rPr>
              <a:t>Source: https://aeon.co/essays/there-are-no-pure-cultures-we-have-always-been-global</a:t>
            </a:r>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3" name="Shape 323"/>
        <p:cNvGrpSpPr/>
        <p:nvPr/>
      </p:nvGrpSpPr>
      <p:grpSpPr>
        <a:xfrm>
          <a:off x="0" y="0"/>
          <a:ext cx="0" cy="0"/>
          <a:chOff x="0" y="0"/>
          <a:chExt cx="0" cy="0"/>
        </a:xfrm>
      </p:grpSpPr>
      <p:sp>
        <p:nvSpPr>
          <p:cNvPr id="324" name="Google Shape;324;p37"/>
          <p:cNvSpPr/>
          <p:nvPr/>
        </p:nvSpPr>
        <p:spPr>
          <a:xfrm>
            <a:off x="160920" y="157606"/>
            <a:ext cx="11870161" cy="6542788"/>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grpSp>
        <p:nvGrpSpPr>
          <p:cNvPr id="325" name="Google Shape;325;p37"/>
          <p:cNvGrpSpPr/>
          <p:nvPr/>
        </p:nvGrpSpPr>
        <p:grpSpPr>
          <a:xfrm>
            <a:off x="5662258" y="4216652"/>
            <a:ext cx="867485" cy="163226"/>
            <a:chOff x="8910933" y="1837414"/>
            <a:chExt cx="867485" cy="163226"/>
          </a:xfrm>
        </p:grpSpPr>
        <p:sp>
          <p:nvSpPr>
            <p:cNvPr id="326" name="Google Shape;326;p37"/>
            <p:cNvSpPr/>
            <p:nvPr/>
          </p:nvSpPr>
          <p:spPr>
            <a:xfrm flipH="1" rot="-2635175">
              <a:off x="9286956" y="1861308"/>
              <a:ext cx="115439" cy="115439"/>
            </a:xfrm>
            <a:prstGeom prst="rect">
              <a:avLst/>
            </a:prstGeom>
            <a:noFill/>
            <a:ln cap="flat" cmpd="sng" w="15875">
              <a:solidFill>
                <a:schemeClr val="dk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cxnSp>
          <p:nvCxnSpPr>
            <p:cNvPr id="327" name="Google Shape;327;p37"/>
            <p:cNvCxnSpPr/>
            <p:nvPr/>
          </p:nvCxnSpPr>
          <p:spPr>
            <a:xfrm>
              <a:off x="9426289" y="1919027"/>
              <a:ext cx="352129" cy="0"/>
            </a:xfrm>
            <a:prstGeom prst="straightConnector1">
              <a:avLst/>
            </a:prstGeom>
            <a:noFill/>
            <a:ln cap="flat" cmpd="sng" w="15875">
              <a:solidFill>
                <a:schemeClr val="dk2"/>
              </a:solidFill>
              <a:prstDash val="solid"/>
              <a:miter lim="800000"/>
              <a:headEnd len="sm" w="sm" type="none"/>
              <a:tailEnd len="sm" w="sm" type="none"/>
            </a:ln>
          </p:spPr>
        </p:cxnSp>
        <p:cxnSp>
          <p:nvCxnSpPr>
            <p:cNvPr id="328" name="Google Shape;328;p37"/>
            <p:cNvCxnSpPr/>
            <p:nvPr/>
          </p:nvCxnSpPr>
          <p:spPr>
            <a:xfrm>
              <a:off x="8910933" y="1919027"/>
              <a:ext cx="352129" cy="0"/>
            </a:xfrm>
            <a:prstGeom prst="straightConnector1">
              <a:avLst/>
            </a:prstGeom>
            <a:noFill/>
            <a:ln cap="flat" cmpd="sng" w="15875">
              <a:solidFill>
                <a:schemeClr val="dk2"/>
              </a:solidFill>
              <a:prstDash val="solid"/>
              <a:miter lim="800000"/>
              <a:headEnd len="sm" w="sm" type="none"/>
              <a:tailEnd len="sm" w="sm" type="none"/>
            </a:ln>
          </p:spPr>
        </p:cxnSp>
      </p:grpSp>
      <p:sp>
        <p:nvSpPr>
          <p:cNvPr id="329" name="Google Shape;329;p37"/>
          <p:cNvSpPr/>
          <p:nvPr/>
        </p:nvSpPr>
        <p:spPr>
          <a:xfrm>
            <a:off x="0" y="0"/>
            <a:ext cx="12192000" cy="6858000"/>
          </a:xfrm>
          <a:prstGeom prst="rect">
            <a:avLst/>
          </a:prstGeom>
          <a:solidFill>
            <a:srgbClr val="F2DAF2">
              <a:alpha val="78823"/>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330" name="Google Shape;330;p37"/>
          <p:cNvSpPr/>
          <p:nvPr/>
        </p:nvSpPr>
        <p:spPr>
          <a:xfrm>
            <a:off x="164705" y="159026"/>
            <a:ext cx="11870161" cy="6542788"/>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331" name="Google Shape;331;p37"/>
          <p:cNvSpPr txBox="1"/>
          <p:nvPr>
            <p:ph type="title"/>
          </p:nvPr>
        </p:nvSpPr>
        <p:spPr>
          <a:xfrm>
            <a:off x="2342270" y="1188720"/>
            <a:ext cx="7512147" cy="1955405"/>
          </a:xfrm>
          <a:prstGeom prst="rect">
            <a:avLst/>
          </a:prstGeom>
          <a:noFill/>
          <a:ln>
            <a:noFill/>
          </a:ln>
        </p:spPr>
        <p:txBody>
          <a:bodyPr anchorCtr="0" anchor="b" bIns="45700" lIns="91425" spcFirstLastPara="1" rIns="91425" wrap="square" tIns="45700">
            <a:normAutofit/>
          </a:bodyPr>
          <a:lstStyle/>
          <a:p>
            <a:pPr indent="0" lvl="0" marL="0" rtl="0" algn="ctr">
              <a:lnSpc>
                <a:spcPct val="110000"/>
              </a:lnSpc>
              <a:spcBef>
                <a:spcPts val="0"/>
              </a:spcBef>
              <a:spcAft>
                <a:spcPts val="0"/>
              </a:spcAft>
              <a:buClr>
                <a:schemeClr val="dk2"/>
              </a:buClr>
              <a:buSzPts val="2800"/>
              <a:buFont typeface="Arial"/>
              <a:buNone/>
            </a:pPr>
            <a:r>
              <a:rPr lang="en-US" sz="2800" cap="none">
                <a:solidFill>
                  <a:schemeClr val="dk2"/>
                </a:solidFill>
                <a:latin typeface="Arial"/>
                <a:ea typeface="Arial"/>
                <a:cs typeface="Arial"/>
                <a:sym typeface="Arial"/>
              </a:rPr>
              <a:t>THANK YOU!</a:t>
            </a:r>
            <a:endParaRPr sz="2800" cap="none">
              <a:solidFill>
                <a:schemeClr val="dk2"/>
              </a:solidFill>
              <a:latin typeface="Arial"/>
              <a:ea typeface="Arial"/>
              <a:cs typeface="Arial"/>
              <a:sym typeface="Arial"/>
            </a:endParaRPr>
          </a:p>
        </p:txBody>
      </p:sp>
      <p:grpSp>
        <p:nvGrpSpPr>
          <p:cNvPr id="332" name="Google Shape;332;p37"/>
          <p:cNvGrpSpPr/>
          <p:nvPr/>
        </p:nvGrpSpPr>
        <p:grpSpPr>
          <a:xfrm>
            <a:off x="5662258" y="4217569"/>
            <a:ext cx="867485" cy="163226"/>
            <a:chOff x="8910933" y="1837414"/>
            <a:chExt cx="867485" cy="163226"/>
          </a:xfrm>
        </p:grpSpPr>
        <p:sp>
          <p:nvSpPr>
            <p:cNvPr id="333" name="Google Shape;333;p37"/>
            <p:cNvSpPr/>
            <p:nvPr/>
          </p:nvSpPr>
          <p:spPr>
            <a:xfrm flipH="1" rot="-2635175">
              <a:off x="9286956" y="1861308"/>
              <a:ext cx="115439" cy="115439"/>
            </a:xfrm>
            <a:prstGeom prst="rect">
              <a:avLst/>
            </a:prstGeom>
            <a:noFill/>
            <a:ln cap="flat" cmpd="sng" w="15875">
              <a:solidFill>
                <a:schemeClr val="dk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cxnSp>
          <p:nvCxnSpPr>
            <p:cNvPr id="334" name="Google Shape;334;p37"/>
            <p:cNvCxnSpPr/>
            <p:nvPr/>
          </p:nvCxnSpPr>
          <p:spPr>
            <a:xfrm>
              <a:off x="9426289" y="1919027"/>
              <a:ext cx="352129" cy="0"/>
            </a:xfrm>
            <a:prstGeom prst="straightConnector1">
              <a:avLst/>
            </a:prstGeom>
            <a:noFill/>
            <a:ln cap="flat" cmpd="sng" w="15875">
              <a:solidFill>
                <a:schemeClr val="dk2"/>
              </a:solidFill>
              <a:prstDash val="solid"/>
              <a:miter lim="800000"/>
              <a:headEnd len="sm" w="sm" type="none"/>
              <a:tailEnd len="sm" w="sm" type="none"/>
            </a:ln>
          </p:spPr>
        </p:cxnSp>
        <p:cxnSp>
          <p:nvCxnSpPr>
            <p:cNvPr id="335" name="Google Shape;335;p37"/>
            <p:cNvCxnSpPr/>
            <p:nvPr/>
          </p:nvCxnSpPr>
          <p:spPr>
            <a:xfrm>
              <a:off x="8910933" y="1919027"/>
              <a:ext cx="352129" cy="0"/>
            </a:xfrm>
            <a:prstGeom prst="straightConnector1">
              <a:avLst/>
            </a:prstGeom>
            <a:noFill/>
            <a:ln cap="flat" cmpd="sng" w="15875">
              <a:solidFill>
                <a:schemeClr val="dk2"/>
              </a:solidFill>
              <a:prstDash val="solid"/>
              <a:miter lim="800000"/>
              <a:headEnd len="sm" w="sm" type="none"/>
              <a:tailEnd len="sm" w="sm" type="none"/>
            </a:ln>
          </p:spPr>
        </p:cxnSp>
      </p:grpSp>
    </p:spTree>
  </p:cSld>
  <p:clrMapOvr>
    <a:masterClrMapping/>
  </p:clrMapOvr>
</p:sld>
</file>

<file path=ppt/theme/theme1.xml><?xml version="1.0" encoding="utf-8"?>
<a:theme xmlns:a="http://schemas.openxmlformats.org/drawingml/2006/main" xmlns:r="http://schemas.openxmlformats.org/officeDocument/2006/relationships" name="AdornVTI">
  <a:themeElements>
    <a:clrScheme name="AnalogousFromRegularSeedLeftStep">
      <a:dk1>
        <a:srgbClr val="000000"/>
      </a:dk1>
      <a:lt1>
        <a:srgbClr val="FFFFFF"/>
      </a:lt1>
      <a:dk2>
        <a:srgbClr val="1D2733"/>
      </a:dk2>
      <a:lt2>
        <a:srgbClr val="E2E4E8"/>
      </a:lt2>
      <a:accent1>
        <a:srgbClr val="C3954D"/>
      </a:accent1>
      <a:accent2>
        <a:srgbClr val="B1523B"/>
      </a:accent2>
      <a:accent3>
        <a:srgbClr val="C34D67"/>
      </a:accent3>
      <a:accent4>
        <a:srgbClr val="B13B86"/>
      </a:accent4>
      <a:accent5>
        <a:srgbClr val="BD4DC3"/>
      </a:accent5>
      <a:accent6>
        <a:srgbClr val="7A3BB1"/>
      </a:accent6>
      <a:hlink>
        <a:srgbClr val="3F71BF"/>
      </a:hlink>
      <a:folHlink>
        <a:srgbClr val="7F7F7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2024-07-31T11:18:27Z</dcterms:created>
  <dc:creator>Rashmi Joshi</dc:creator>
</cp:coreProperties>
</file>